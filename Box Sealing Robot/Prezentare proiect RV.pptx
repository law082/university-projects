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90B956-4CD4-472F-BBC0-D6CD47DBB5E8}" v="9" dt="2024-01-08T12:51:24.572"/>
    <p1510:client id="{CA5C0622-2CDA-4EC9-8747-9E502853B104}" v="347" dt="2024-01-08T14:05:30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virtual reality device&#10;&#10;Description automatically generated">
            <a:extLst>
              <a:ext uri="{FF2B5EF4-FFF2-40B4-BE49-F238E27FC236}">
                <a16:creationId xmlns:a16="http://schemas.microsoft.com/office/drawing/2014/main" id="{BB720112-4BB2-66B6-BDBE-96F513AC87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8752" r="13276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Calibri Light"/>
              </a:rPr>
              <a:t>Robot de sigilat cutii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  <a:cs typeface="Calibri"/>
              </a:rPr>
              <a:t>Condrea Laurentiu Daniel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291B0-2DCA-CFE3-40AC-312790751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Obiectiv: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ECE93-CC1E-8FD5-0EF2-8B514489E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5031" y="4076802"/>
            <a:ext cx="5561938" cy="153458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Sigilarea cutiilor (miscare de translatie).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37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C32B-B496-6162-E545-2EA7B846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 Light"/>
              </a:rPr>
              <a:t>Etape</a:t>
            </a:r>
            <a:r>
              <a:rPr lang="en-US" dirty="0">
                <a:cs typeface="Calibri Light"/>
              </a:rPr>
              <a:t>:                                                   Model:</a:t>
            </a:r>
            <a:endParaRPr lang="en-US" dirty="0"/>
          </a:p>
        </p:txBody>
      </p:sp>
      <p:pic>
        <p:nvPicPr>
          <p:cNvPr id="4" name="Content Placeholder 3" descr="A computer screen shot of a computer program&#10;&#10;Description automatically generated">
            <a:extLst>
              <a:ext uri="{FF2B5EF4-FFF2-40B4-BE49-F238E27FC236}">
                <a16:creationId xmlns:a16="http://schemas.microsoft.com/office/drawing/2014/main" id="{07DB12AC-1D09-5C98-52F9-51C3BB09F3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446" y="1690047"/>
            <a:ext cx="6096000" cy="3429000"/>
          </a:xfrm>
        </p:spPr>
      </p:pic>
      <p:pic>
        <p:nvPicPr>
          <p:cNvPr id="5" name="Picture 4" descr="A machine with a box on it&#10;&#10;Description automatically generated">
            <a:extLst>
              <a:ext uri="{FF2B5EF4-FFF2-40B4-BE49-F238E27FC236}">
                <a16:creationId xmlns:a16="http://schemas.microsoft.com/office/drawing/2014/main" id="{BC635582-B537-2578-62DC-8BA1C7A2F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208" y="1597530"/>
            <a:ext cx="4114800" cy="411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6BB48C-C834-C2E1-ACB4-B2C9F27648E4}"/>
              </a:ext>
            </a:extLst>
          </p:cNvPr>
          <p:cNvSpPr txBox="1"/>
          <p:nvPr/>
        </p:nvSpPr>
        <p:spPr>
          <a:xfrm>
            <a:off x="826433" y="5588933"/>
            <a:ext cx="806823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1.Realizarea </a:t>
            </a:r>
            <a:r>
              <a:rPr lang="en-US" dirty="0" err="1">
                <a:cs typeface="Calibri"/>
              </a:rPr>
              <a:t>modelului</a:t>
            </a:r>
            <a:r>
              <a:rPr lang="en-US" dirty="0">
                <a:cs typeface="Calibri"/>
              </a:rPr>
              <a:t> in Catia</a:t>
            </a:r>
          </a:p>
          <a:p>
            <a:r>
              <a:rPr lang="en-US" dirty="0">
                <a:cs typeface="Calibri"/>
              </a:rPr>
              <a:t>2.Importarea </a:t>
            </a:r>
            <a:r>
              <a:rPr lang="en-US" dirty="0" err="1">
                <a:cs typeface="Calibri"/>
              </a:rPr>
              <a:t>modelului</a:t>
            </a:r>
            <a:r>
              <a:rPr lang="en-US" dirty="0">
                <a:cs typeface="Calibri"/>
              </a:rPr>
              <a:t> in Unity </a:t>
            </a:r>
            <a:r>
              <a:rPr lang="en-US" dirty="0" err="1">
                <a:cs typeface="Calibri"/>
              </a:rPr>
              <a:t>folosing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Meshlab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3.Implementarea </a:t>
            </a:r>
            <a:r>
              <a:rPr lang="en-US" dirty="0" err="1">
                <a:cs typeface="Calibri"/>
              </a:rPr>
              <a:t>codurilor</a:t>
            </a:r>
            <a:r>
              <a:rPr lang="en-US" dirty="0">
                <a:cs typeface="Calibri"/>
              </a:rPr>
              <a:t> in Unity </a:t>
            </a:r>
          </a:p>
          <a:p>
            <a:r>
              <a:rPr lang="en-US" dirty="0">
                <a:cs typeface="Calibri"/>
              </a:rPr>
              <a:t>4.Realizarea </a:t>
            </a:r>
            <a:r>
              <a:rPr lang="en-US" dirty="0" err="1">
                <a:cs typeface="Calibri"/>
              </a:rPr>
              <a:t>Scenei</a:t>
            </a:r>
            <a:r>
              <a:rPr lang="en-US" dirty="0">
                <a:cs typeface="Calibri"/>
              </a:rPr>
              <a:t> in Unity</a:t>
            </a:r>
          </a:p>
        </p:txBody>
      </p:sp>
    </p:spTree>
    <p:extLst>
      <p:ext uri="{BB962C8B-B14F-4D97-AF65-F5344CB8AC3E}">
        <p14:creationId xmlns:p14="http://schemas.microsoft.com/office/powerpoint/2010/main" val="2820331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robot">
            <a:hlinkClick r:id="" action="ppaction://media"/>
            <a:extLst>
              <a:ext uri="{FF2B5EF4-FFF2-40B4-BE49-F238E27FC236}">
                <a16:creationId xmlns:a16="http://schemas.microsoft.com/office/drawing/2014/main" id="{4EF87FEB-D5E4-37BC-21EC-EA7713E48DD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3467" y="675470"/>
            <a:ext cx="10905066" cy="550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3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obot with large eyes and large ears&#10;&#10;Description automatically generated">
            <a:extLst>
              <a:ext uri="{FF2B5EF4-FFF2-40B4-BE49-F238E27FC236}">
                <a16:creationId xmlns:a16="http://schemas.microsoft.com/office/drawing/2014/main" id="{2633F8A5-4049-50B2-95D4-F1B608F573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425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72E743-10FF-D1DA-437A-307A6797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Calibri Light"/>
              </a:rPr>
              <a:t>Instructiuni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09088-1E2A-DD1F-A6E3-1B8870A6F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Calibri"/>
              </a:rPr>
              <a:t>Tastele A si D deplasare la stanga si la dreapta (translatie)-Cutie</a:t>
            </a:r>
          </a:p>
          <a:p>
            <a:r>
              <a:rPr lang="en-US">
                <a:solidFill>
                  <a:srgbClr val="FFFFFF"/>
                </a:solidFill>
                <a:cs typeface="Calibri"/>
              </a:rPr>
              <a:t>Tastele Q si E deplasare la stanga si la dreapta (translatie)-Aparat</a:t>
            </a:r>
          </a:p>
          <a:p>
            <a:r>
              <a:rPr lang="en-US">
                <a:solidFill>
                  <a:srgbClr val="FFFFFF"/>
                </a:solidFill>
                <a:cs typeface="Calibri"/>
              </a:rPr>
              <a:t>Tasta R resetarea scenei</a:t>
            </a:r>
          </a:p>
        </p:txBody>
      </p:sp>
    </p:spTree>
    <p:extLst>
      <p:ext uri="{BB962C8B-B14F-4D97-AF65-F5344CB8AC3E}">
        <p14:creationId xmlns:p14="http://schemas.microsoft.com/office/powerpoint/2010/main" val="2117525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Robot de sigilat cutii</vt:lpstr>
      <vt:lpstr>Obiectiv:</vt:lpstr>
      <vt:lpstr>Etape:                                                   Model:</vt:lpstr>
      <vt:lpstr>PowerPoint Presentation</vt:lpstr>
      <vt:lpstr>Instructiuni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63</cp:revision>
  <dcterms:created xsi:type="dcterms:W3CDTF">2024-01-08T12:49:47Z</dcterms:created>
  <dcterms:modified xsi:type="dcterms:W3CDTF">2024-01-08T14:06:41Z</dcterms:modified>
</cp:coreProperties>
</file>