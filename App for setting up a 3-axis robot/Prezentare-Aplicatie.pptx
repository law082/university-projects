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97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6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4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8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17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1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3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3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6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6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8CC4D9E-56DA-4C43-AEB9-630617C2019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63DB8AF-C522-4BCF-BEAC-1132FB0BB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5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A050-CD0D-2ED0-E98C-D33A39CF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332232"/>
            <a:ext cx="8825658" cy="3329581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</a:t>
            </a:r>
            <a:r>
              <a:rPr lang="ro-RO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configurarea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</a:t>
            </a:r>
            <a:r>
              <a:rPr lang="ro-RO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3 axe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01D42-A361-FE07-1A99-97BE729FC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4036716"/>
            <a:ext cx="8825658" cy="13491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Specializare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inginerie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mecanica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2025-2026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Sem: II</a:t>
            </a:r>
          </a:p>
        </p:txBody>
      </p:sp>
    </p:spTree>
    <p:extLst>
      <p:ext uri="{BB962C8B-B14F-4D97-AF65-F5344CB8AC3E}">
        <p14:creationId xmlns:p14="http://schemas.microsoft.com/office/powerpoint/2010/main" val="409537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CCFF-8B1C-3EB8-4A76-1A480C88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570" y="580644"/>
            <a:ext cx="8874859" cy="118872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DFB5F-3366-E157-BAD0-D44C14989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8" y="2081875"/>
            <a:ext cx="8946541" cy="4195481"/>
          </a:xfrm>
        </p:spPr>
        <p:txBody>
          <a:bodyPr/>
          <a:lstStyle/>
          <a:p>
            <a:endParaRPr lang="en-US" dirty="0"/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mișcărilor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cinematice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robotului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configurațiilor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funcționării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acestuia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spațiul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tridimensional. </a:t>
            </a:r>
          </a:p>
          <a:p>
            <a:endParaRPr lang="en-US" dirty="0"/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concepută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modular,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utilizând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precum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abstractizarea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moștenirea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compoziția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flexibilă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extins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99809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EFE5-702D-50BA-2D7F-CD56546B2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682" y="213360"/>
            <a:ext cx="9336636" cy="96621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</a:t>
            </a:r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ției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2165E34-7A58-E4B8-5AC0-52D000536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6278564" y="1516199"/>
            <a:ext cx="4484426" cy="3851330"/>
          </a:xfrm>
          <a:prstGeom prst="rect">
            <a:avLst/>
          </a:prstGeom>
          <a:effectLst>
            <a:softEdge rad="0"/>
          </a:effectLst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1D1EA0-415C-94A3-EC4B-20E75B433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7682" y="1516199"/>
            <a:ext cx="4093703" cy="4462350"/>
          </a:xfrm>
        </p:spPr>
        <p:txBody>
          <a:bodyPr/>
          <a:lstStyle/>
          <a:p>
            <a:pPr marL="285750" indent="-28575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Aplicația este alcătuită din trei fișiere .py:</a:t>
            </a:r>
          </a:p>
          <a:p>
            <a:pPr marL="742950" lvl="1" indent="-285750">
              <a:buClrTx/>
              <a:buFont typeface="Wingdings" panose="05000000000000000000" pitchFamily="2" charset="2"/>
              <a:buChar char="Ø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Classes.py – conține clasele Cupla, Rotatie_X, Rotatie_Y, Rotatie_Z, Translatie_X, Translatie_Y, Translatie_Z</a:t>
            </a:r>
          </a:p>
          <a:p>
            <a:pPr marL="742950" lvl="1" indent="-285750">
              <a:buClrTx/>
              <a:buFont typeface="Wingdings" panose="05000000000000000000" pitchFamily="2" charset="2"/>
              <a:buChar char="Ø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Robot.py – conține clasa principală Robot</a:t>
            </a:r>
          </a:p>
          <a:p>
            <a:pPr marL="742950" lvl="1" indent="-285750">
              <a:buClrTx/>
              <a:buFont typeface="Wingdings" panose="05000000000000000000" pitchFamily="2" charset="2"/>
              <a:buChar char="Ø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main.py – conține interfața aplicației cu care interacționează ultilizatorul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40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E9DAEC-3578-6626-B848-40221D8A6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397854"/>
            <a:ext cx="9404723" cy="1046898"/>
          </a:xfrm>
        </p:spPr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Classes.py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E4249-59B7-B32A-2702-33394EF6D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8" y="1645920"/>
            <a:ext cx="8946541" cy="474878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Biblioteci utilizate: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operații matriciale și transformări geometrice 3D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definirea claselor abstracte și a interfeței comune pentru transformări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Principii de implementare: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abstractă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Cupla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definește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transformare()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 care o vor implementa clasele ce o moștenesc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Transformările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omogene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4×4</a:t>
            </a:r>
            <a:endParaRPr lang="ro-RO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rotație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utilizează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unghiuri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translație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utilizează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distanțe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transla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componentel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robotului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12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B12A-E67D-0ABE-8A68-FA2F514D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379566"/>
            <a:ext cx="9404723" cy="928026"/>
          </a:xfrm>
        </p:spPr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Robot.py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5C158-D90C-9A39-265D-1EFC653CD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8" y="1499616"/>
            <a:ext cx="8946541" cy="542239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Biblioteci utilizate: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calcule matriciale și interpolări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animație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Clasa </a:t>
            </a:r>
            <a:r>
              <a:rPr lang="ro-R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gestionează ca parametru o listă de de articulații (</a:t>
            </a:r>
            <a:r>
              <a:rPr lang="ro-R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Joints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Metodele implementate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rigine () 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definește originea sistemului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Geom_Directa () 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calculează poziția finală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effectorului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transformările intermediare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robotului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eseneaza_robot ()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robotului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anim_geom_directa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animația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mișcării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articulațiilor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ajutorul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matricilor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intermediare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PickandPlace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traiectoriei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poziții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54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2678-2D28-F343-AE10-94FD511A4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352134"/>
            <a:ext cx="9404723" cy="955458"/>
          </a:xfrm>
        </p:spPr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8F19E-4A1A-7877-7D3D-86C1C8C28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8" y="1508760"/>
            <a:ext cx="8946541" cy="499710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Biblioteci utilizate: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interfeței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it-I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ttk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stilizare și personalizare widget-uri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 ale interfeței: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parametrilor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cinematici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Unghiuri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Lungimi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Poziți</a:t>
            </a: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robotului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simulării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Afișarea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rezultatelor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mesajelor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eroare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Actualizare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interfeței</a:t>
            </a:r>
            <a:endParaRPr lang="ro-R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84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0774-FCE2-4E9C-3FFE-5C67D893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527305"/>
            <a:ext cx="9404723" cy="928026"/>
          </a:xfrm>
        </p:spPr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Excepții și limitări ale aplicației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2FC8-B068-FC69-7C50-91BCDC49A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649" y="1627632"/>
            <a:ext cx="8962699" cy="4867655"/>
          </a:xfrm>
        </p:spPr>
        <p:txBody>
          <a:bodyPr/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erorilor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interfață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try / except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Prevenirea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blocării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invalide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Afișarea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mesajelor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Limitări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cinematică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Interfața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schimbări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95855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148</TotalTime>
  <Words>417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Courier New</vt:lpstr>
      <vt:lpstr>Gill Sans MT</vt:lpstr>
      <vt:lpstr>Times New Roman</vt:lpstr>
      <vt:lpstr>Wingdings</vt:lpstr>
      <vt:lpstr>Parcel</vt:lpstr>
      <vt:lpstr>Aplicație pentru configurarea unui robot în 3 axe</vt:lpstr>
      <vt:lpstr>Introducere</vt:lpstr>
      <vt:lpstr>Arhitectura aplicației</vt:lpstr>
      <vt:lpstr>Classes.py</vt:lpstr>
      <vt:lpstr>Robot.py</vt:lpstr>
      <vt:lpstr>main.py</vt:lpstr>
      <vt:lpstr>Excepții și limitări ale aplicației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Tipurita</dc:creator>
  <cp:lastModifiedBy>Alexandru Tipurita</cp:lastModifiedBy>
  <cp:revision>9</cp:revision>
  <dcterms:created xsi:type="dcterms:W3CDTF">2026-05-27T15:40:13Z</dcterms:created>
  <dcterms:modified xsi:type="dcterms:W3CDTF">2026-05-27T18:24:30Z</dcterms:modified>
</cp:coreProperties>
</file>