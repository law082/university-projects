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4"/>
  </p:sldMasterIdLst>
  <p:notesMasterIdLst>
    <p:notesMasterId r:id="rId23"/>
  </p:notesMasterIdLst>
  <p:handoutMasterIdLst>
    <p:handoutMasterId r:id="rId24"/>
  </p:handoutMasterIdLst>
  <p:sldIdLst>
    <p:sldId id="256" r:id="rId5"/>
    <p:sldId id="257" r:id="rId6"/>
    <p:sldId id="299" r:id="rId7"/>
    <p:sldId id="300" r:id="rId8"/>
    <p:sldId id="301" r:id="rId9"/>
    <p:sldId id="302" r:id="rId10"/>
    <p:sldId id="298" r:id="rId11"/>
    <p:sldId id="288" r:id="rId12"/>
    <p:sldId id="290" r:id="rId13"/>
    <p:sldId id="297" r:id="rId14"/>
    <p:sldId id="303" r:id="rId15"/>
    <p:sldId id="304" r:id="rId16"/>
    <p:sldId id="306" r:id="rId17"/>
    <p:sldId id="305" r:id="rId18"/>
    <p:sldId id="308" r:id="rId19"/>
    <p:sldId id="309" r:id="rId20"/>
    <p:sldId id="310" r:id="rId21"/>
    <p:sldId id="307"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3" name="Author" initials="A" lastIdx="0" clrIdx="2"/>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593A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0309A91-29A4-4885-9031-A10BE4668F22}" v="3" dt="2025-04-28T09:32:34.835"/>
    <p1510:client id="{F0A0CD65-911B-55A8-3077-B3E1B057326D}" v="60" dt="2025-04-27T13:05:11.970"/>
    <p1510:client id="{F92811F5-8E2A-8275-7365-1794E9C488E9}" v="107" dt="2025-04-28T10:38:42.241"/>
  </p1510:revLst>
</p1510:revInfo>
</file>

<file path=ppt/tableStyles.xml><?xml version="1.0" encoding="utf-8"?>
<a:tblStyleLst xmlns:a="http://schemas.openxmlformats.org/drawingml/2006/main" def="{69012ECD-51FC-41F1-AA8D-1B2483CD663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commentAuthors" Target="commentAuthor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handoutMaster" Target="handoutMasters/handoutMaster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notesMaster" Target="notesMasters/notesMaster1.xml"/><Relationship Id="rId28"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31" Type="http://schemas.microsoft.com/office/2018/10/relationships/authors" Target="author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viewProps" Target="viewProps.xml"/><Relationship Id="rId30" Type="http://schemas.microsoft.com/office/2015/10/relationships/revisionInfo" Target="revisionInfo.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7FB8B65A-D69F-C26C-B67E-036EF77BF1F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652B9064-AE57-427F-E5AF-71DE7D52FE6E}"/>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D8190EA-5EEC-4300-B6AE-D9734C6C648E}" type="datetimeFigureOut">
              <a:rPr lang="en-US" smtClean="0"/>
              <a:t>4/28/2025</a:t>
            </a:fld>
            <a:endParaRPr lang="en-US"/>
          </a:p>
        </p:txBody>
      </p:sp>
      <p:sp>
        <p:nvSpPr>
          <p:cNvPr id="4" name="Footer Placeholder 3">
            <a:extLst>
              <a:ext uri="{FF2B5EF4-FFF2-40B4-BE49-F238E27FC236}">
                <a16:creationId xmlns:a16="http://schemas.microsoft.com/office/drawing/2014/main" id="{8186157A-CEB9-B0FC-3A49-BE950AEAD6F3}"/>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E0819CA0-A57D-42D7-A625-56C22D0FA7C6}"/>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AFF3A6F-DEFA-45E0-9496-BEE7C2C6F3D0}" type="slidenum">
              <a:rPr lang="en-US" smtClean="0"/>
              <a:t>‹#›</a:t>
            </a:fld>
            <a:endParaRPr lang="en-US"/>
          </a:p>
        </p:txBody>
      </p:sp>
    </p:spTree>
    <p:extLst>
      <p:ext uri="{BB962C8B-B14F-4D97-AF65-F5344CB8AC3E}">
        <p14:creationId xmlns:p14="http://schemas.microsoft.com/office/powerpoint/2010/main" val="140600222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487ADD9-2083-264C-A652-8D52D02F7E72}" type="datetimeFigureOut">
              <a:rPr lang="en-US" smtClean="0"/>
              <a:t>4/28/2025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97DC217-DF71-1A49-B3EA-559F1F43B0FF}" type="slidenum">
              <a:rPr lang="en-US" smtClean="0"/>
              <a:t>‹#›</a:t>
            </a:fld>
            <a:endParaRPr lang="en-US"/>
          </a:p>
        </p:txBody>
      </p:sp>
    </p:spTree>
    <p:extLst>
      <p:ext uri="{BB962C8B-B14F-4D97-AF65-F5344CB8AC3E}">
        <p14:creationId xmlns:p14="http://schemas.microsoft.com/office/powerpoint/2010/main" val="284642520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F97DC217-DF71-1A49-B3EA-559F1F43B0FF}" type="slidenum">
              <a:rPr lang="en-US" smtClean="0"/>
              <a:t>1</a:t>
            </a:fld>
            <a:endParaRPr lang="en-US"/>
          </a:p>
        </p:txBody>
      </p:sp>
    </p:spTree>
    <p:extLst>
      <p:ext uri="{BB962C8B-B14F-4D97-AF65-F5344CB8AC3E}">
        <p14:creationId xmlns:p14="http://schemas.microsoft.com/office/powerpoint/2010/main" val="216938584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F97DC217-DF71-1A49-B3EA-559F1F43B0FF}" type="slidenum">
              <a:rPr lang="en-US" smtClean="0"/>
              <a:t>2</a:t>
            </a:fld>
            <a:endParaRPr lang="en-US"/>
          </a:p>
        </p:txBody>
      </p:sp>
    </p:spTree>
    <p:extLst>
      <p:ext uri="{BB962C8B-B14F-4D97-AF65-F5344CB8AC3E}">
        <p14:creationId xmlns:p14="http://schemas.microsoft.com/office/powerpoint/2010/main" val="291524785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F97DC217-DF71-1A49-B3EA-559F1F43B0FF}" type="slidenum">
              <a:rPr lang="en-US" smtClean="0"/>
              <a:t>8</a:t>
            </a:fld>
            <a:endParaRPr lang="en-US"/>
          </a:p>
        </p:txBody>
      </p:sp>
    </p:spTree>
    <p:extLst>
      <p:ext uri="{BB962C8B-B14F-4D97-AF65-F5344CB8AC3E}">
        <p14:creationId xmlns:p14="http://schemas.microsoft.com/office/powerpoint/2010/main" val="386274381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F97DC217-DF71-1A49-B3EA-559F1F43B0FF}" type="slidenum">
              <a:rPr lang="en-US" smtClean="0"/>
              <a:t>9</a:t>
            </a:fld>
            <a:endParaRPr lang="en-US"/>
          </a:p>
        </p:txBody>
      </p:sp>
    </p:spTree>
    <p:extLst>
      <p:ext uri="{BB962C8B-B14F-4D97-AF65-F5344CB8AC3E}">
        <p14:creationId xmlns:p14="http://schemas.microsoft.com/office/powerpoint/2010/main" val="163908689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F97DC217-DF71-1A49-B3EA-559F1F43B0FF}" type="slidenum">
              <a:rPr lang="en-US" smtClean="0"/>
              <a:t>10</a:t>
            </a:fld>
            <a:endParaRPr lang="en-US"/>
          </a:p>
        </p:txBody>
      </p:sp>
    </p:spTree>
    <p:extLst>
      <p:ext uri="{BB962C8B-B14F-4D97-AF65-F5344CB8AC3E}">
        <p14:creationId xmlns:p14="http://schemas.microsoft.com/office/powerpoint/2010/main" val="142515929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9AC79249-FDC0-364D-A734-AE1DE1605D28}"/>
              </a:ext>
              <a:ext uri="{C183D7F6-B498-43B3-948B-1728B52AA6E4}">
                <adec:decorative xmlns:adec="http://schemas.microsoft.com/office/drawing/2017/decorative" val="1"/>
              </a:ext>
            </a:extLst>
          </p:cNvPr>
          <p:cNvSpPr/>
          <p:nvPr userDrawn="1"/>
        </p:nvSpPr>
        <p:spPr>
          <a:xfrm>
            <a:off x="0" y="4572000"/>
            <a:ext cx="12192000" cy="2286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7" name="Group 6">
            <a:extLst>
              <a:ext uri="{FF2B5EF4-FFF2-40B4-BE49-F238E27FC236}">
                <a16:creationId xmlns:a16="http://schemas.microsoft.com/office/drawing/2014/main" id="{13537B6D-42A5-F449-2691-321A167F7C08}"/>
              </a:ext>
              <a:ext uri="{C183D7F6-B498-43B3-948B-1728B52AA6E4}">
                <adec:decorative xmlns:adec="http://schemas.microsoft.com/office/drawing/2017/decorative" val="1"/>
              </a:ext>
            </a:extLst>
          </p:cNvPr>
          <p:cNvGrpSpPr/>
          <p:nvPr userDrawn="1"/>
        </p:nvGrpSpPr>
        <p:grpSpPr>
          <a:xfrm>
            <a:off x="0" y="-3419"/>
            <a:ext cx="12192000" cy="6861419"/>
            <a:chOff x="0" y="-3419"/>
            <a:chExt cx="12192000" cy="6861419"/>
          </a:xfrm>
        </p:grpSpPr>
        <p:sp>
          <p:nvSpPr>
            <p:cNvPr id="5" name="Oval 4">
              <a:extLst>
                <a:ext uri="{FF2B5EF4-FFF2-40B4-BE49-F238E27FC236}">
                  <a16:creationId xmlns:a16="http://schemas.microsoft.com/office/drawing/2014/main" id="{902465C8-266D-104C-9C49-323DF4A8277E}"/>
                </a:ext>
              </a:extLst>
            </p:cNvPr>
            <p:cNvSpPr/>
            <p:nvPr userDrawn="1"/>
          </p:nvSpPr>
          <p:spPr>
            <a:xfrm>
              <a:off x="583746" y="4960030"/>
              <a:ext cx="1551214" cy="1551214"/>
            </a:xfrm>
            <a:prstGeom prst="ellipse">
              <a:avLst/>
            </a:prstGeom>
            <a:solidFill>
              <a:schemeClr val="tx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reeform 10">
              <a:extLst>
                <a:ext uri="{FF2B5EF4-FFF2-40B4-BE49-F238E27FC236}">
                  <a16:creationId xmlns:a16="http://schemas.microsoft.com/office/drawing/2014/main" id="{37979A1C-BF60-B345-A664-2E4F7A3461EB}"/>
                </a:ext>
              </a:extLst>
            </p:cNvPr>
            <p:cNvSpPr/>
            <p:nvPr userDrawn="1"/>
          </p:nvSpPr>
          <p:spPr>
            <a:xfrm>
              <a:off x="1" y="4571999"/>
              <a:ext cx="1118508" cy="1118508"/>
            </a:xfrm>
            <a:custGeom>
              <a:avLst/>
              <a:gdLst>
                <a:gd name="connsiteX0" fmla="*/ 0 w 1167493"/>
                <a:gd name="connsiteY0" fmla="*/ 0 h 1167493"/>
                <a:gd name="connsiteX1" fmla="*/ 1167493 w 1167493"/>
                <a:gd name="connsiteY1" fmla="*/ 0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lnTo>
                    <a:pt x="1167493" y="0"/>
                  </a:lnTo>
                  <a:cubicBezTo>
                    <a:pt x="522704" y="0"/>
                    <a:pt x="0" y="522704"/>
                    <a:pt x="0" y="1167493"/>
                  </a:cubicBez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9" name="Freeform 8">
              <a:extLst>
                <a:ext uri="{FF2B5EF4-FFF2-40B4-BE49-F238E27FC236}">
                  <a16:creationId xmlns:a16="http://schemas.microsoft.com/office/drawing/2014/main" id="{58080B3E-915C-2D4C-8608-596E1BFD6387}"/>
                </a:ext>
              </a:extLst>
            </p:cNvPr>
            <p:cNvSpPr/>
            <p:nvPr userDrawn="1"/>
          </p:nvSpPr>
          <p:spPr>
            <a:xfrm>
              <a:off x="1" y="5739492"/>
              <a:ext cx="1118508" cy="1118508"/>
            </a:xfrm>
            <a:custGeom>
              <a:avLst/>
              <a:gdLst>
                <a:gd name="connsiteX0" fmla="*/ 0 w 1167493"/>
                <a:gd name="connsiteY0" fmla="*/ 0 h 1167493"/>
                <a:gd name="connsiteX1" fmla="*/ 1167493 w 1167493"/>
                <a:gd name="connsiteY1" fmla="*/ 1167493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cubicBezTo>
                    <a:pt x="0" y="644789"/>
                    <a:pt x="522704" y="1167493"/>
                    <a:pt x="1167493" y="1167493"/>
                  </a:cubicBezTo>
                  <a:lnTo>
                    <a:pt x="0" y="1167493"/>
                  </a:ln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nvGrpSpPr>
            <p:cNvPr id="6" name="Group 5">
              <a:extLst>
                <a:ext uri="{FF2B5EF4-FFF2-40B4-BE49-F238E27FC236}">
                  <a16:creationId xmlns:a16="http://schemas.microsoft.com/office/drawing/2014/main" id="{F15FBB50-09C8-B64E-AE57-67C5E70810CB}"/>
                </a:ext>
              </a:extLst>
            </p:cNvPr>
            <p:cNvGrpSpPr/>
            <p:nvPr userDrawn="1"/>
          </p:nvGrpSpPr>
          <p:grpSpPr>
            <a:xfrm>
              <a:off x="8264427" y="-3419"/>
              <a:ext cx="3927573" cy="3165022"/>
              <a:chOff x="9857014" y="13834"/>
              <a:chExt cx="2334986" cy="1881641"/>
            </a:xfrm>
          </p:grpSpPr>
          <p:sp>
            <p:nvSpPr>
              <p:cNvPr id="15" name="Freeform 14">
                <a:extLst>
                  <a:ext uri="{FF2B5EF4-FFF2-40B4-BE49-F238E27FC236}">
                    <a16:creationId xmlns:a16="http://schemas.microsoft.com/office/drawing/2014/main" id="{EFBF1E52-11FA-DC48-B7AD-75734232FFE8}"/>
                  </a:ext>
                </a:extLst>
              </p:cNvPr>
              <p:cNvSpPr/>
              <p:nvPr userDrawn="1"/>
            </p:nvSpPr>
            <p:spPr>
              <a:xfrm rot="5400000" flipH="1" flipV="1">
                <a:off x="10667433" y="370908"/>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6" name="Freeform 15">
                <a:extLst>
                  <a:ext uri="{FF2B5EF4-FFF2-40B4-BE49-F238E27FC236}">
                    <a16:creationId xmlns:a16="http://schemas.microsoft.com/office/drawing/2014/main" id="{4850B620-49F5-3748-84AF-682555D52792}"/>
                  </a:ext>
                </a:extLst>
              </p:cNvPr>
              <p:cNvSpPr/>
              <p:nvPr userDrawn="1"/>
            </p:nvSpPr>
            <p:spPr>
              <a:xfrm rot="16200000" flipV="1">
                <a:off x="9499940" y="370908"/>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2" name="Freeform 21">
              <a:extLst>
                <a:ext uri="{FF2B5EF4-FFF2-40B4-BE49-F238E27FC236}">
                  <a16:creationId xmlns:a16="http://schemas.microsoft.com/office/drawing/2014/main" id="{BC68F289-2744-2F48-893A-3F17911625C8}"/>
                </a:ext>
              </a:extLst>
            </p:cNvPr>
            <p:cNvSpPr/>
            <p:nvPr userDrawn="1"/>
          </p:nvSpPr>
          <p:spPr>
            <a:xfrm>
              <a:off x="0" y="-1"/>
              <a:ext cx="1167493" cy="1167493"/>
            </a:xfrm>
            <a:custGeom>
              <a:avLst/>
              <a:gdLst>
                <a:gd name="connsiteX0" fmla="*/ 0 w 862693"/>
                <a:gd name="connsiteY0" fmla="*/ 0 h 862693"/>
                <a:gd name="connsiteX1" fmla="*/ 862693 w 862693"/>
                <a:gd name="connsiteY1" fmla="*/ 0 h 862693"/>
                <a:gd name="connsiteX2" fmla="*/ 0 w 862693"/>
                <a:gd name="connsiteY2" fmla="*/ 862693 h 862693"/>
                <a:gd name="connsiteX3" fmla="*/ 0 w 862693"/>
                <a:gd name="connsiteY3" fmla="*/ 0 h 862693"/>
              </a:gdLst>
              <a:ahLst/>
              <a:cxnLst>
                <a:cxn ang="0">
                  <a:pos x="connsiteX0" y="connsiteY0"/>
                </a:cxn>
                <a:cxn ang="0">
                  <a:pos x="connsiteX1" y="connsiteY1"/>
                </a:cxn>
                <a:cxn ang="0">
                  <a:pos x="connsiteX2" y="connsiteY2"/>
                </a:cxn>
                <a:cxn ang="0">
                  <a:pos x="connsiteX3" y="connsiteY3"/>
                </a:cxn>
              </a:cxnLst>
              <a:rect l="l" t="t" r="r" b="b"/>
              <a:pathLst>
                <a:path w="862693" h="862693">
                  <a:moveTo>
                    <a:pt x="0" y="0"/>
                  </a:moveTo>
                  <a:lnTo>
                    <a:pt x="862693" y="0"/>
                  </a:lnTo>
                  <a:cubicBezTo>
                    <a:pt x="862693" y="476453"/>
                    <a:pt x="476452" y="862693"/>
                    <a:pt x="0" y="862693"/>
                  </a:cubicBez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8" name="Freeform 27">
              <a:extLst>
                <a:ext uri="{FF2B5EF4-FFF2-40B4-BE49-F238E27FC236}">
                  <a16:creationId xmlns:a16="http://schemas.microsoft.com/office/drawing/2014/main" id="{9E240E8A-950E-7946-826C-415CB5DACA43}"/>
                </a:ext>
              </a:extLst>
            </p:cNvPr>
            <p:cNvSpPr/>
            <p:nvPr userDrawn="1"/>
          </p:nvSpPr>
          <p:spPr>
            <a:xfrm>
              <a:off x="11024507" y="4580708"/>
              <a:ext cx="1167493" cy="2277292"/>
            </a:xfrm>
            <a:custGeom>
              <a:avLst/>
              <a:gdLst>
                <a:gd name="connsiteX0" fmla="*/ 1167473 w 1167493"/>
                <a:gd name="connsiteY0" fmla="*/ 0 h 2272167"/>
                <a:gd name="connsiteX1" fmla="*/ 1167493 w 1167493"/>
                <a:gd name="connsiteY1" fmla="*/ 0 h 2272167"/>
                <a:gd name="connsiteX2" fmla="*/ 1167493 w 1167493"/>
                <a:gd name="connsiteY2" fmla="*/ 492960 h 2272167"/>
                <a:gd name="connsiteX3" fmla="*/ 1167493 w 1167493"/>
                <a:gd name="connsiteY3" fmla="*/ 720385 h 2272167"/>
                <a:gd name="connsiteX4" fmla="*/ 1167493 w 1167493"/>
                <a:gd name="connsiteY4" fmla="*/ 2272167 h 2272167"/>
                <a:gd name="connsiteX5" fmla="*/ 0 w 1167493"/>
                <a:gd name="connsiteY5" fmla="*/ 2272167 h 2272167"/>
                <a:gd name="connsiteX6" fmla="*/ 0 w 1167493"/>
                <a:gd name="connsiteY6" fmla="*/ 1898074 h 2272167"/>
                <a:gd name="connsiteX7" fmla="*/ 0 w 1167493"/>
                <a:gd name="connsiteY7" fmla="*/ 1271597 h 2272167"/>
                <a:gd name="connsiteX8" fmla="*/ 0 w 1167493"/>
                <a:gd name="connsiteY8" fmla="*/ 1177688 h 2272167"/>
                <a:gd name="connsiteX9" fmla="*/ 1048124 w 1167493"/>
                <a:gd name="connsiteY9" fmla="*/ 6080 h 2272167"/>
                <a:gd name="connsiteX10" fmla="*/ 1167473 w 1167493"/>
                <a:gd name="connsiteY10" fmla="*/ 0 h 2272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67493" h="2272167">
                  <a:moveTo>
                    <a:pt x="1167473" y="0"/>
                  </a:moveTo>
                  <a:lnTo>
                    <a:pt x="1167493" y="0"/>
                  </a:lnTo>
                  <a:lnTo>
                    <a:pt x="1167493" y="492960"/>
                  </a:lnTo>
                  <a:lnTo>
                    <a:pt x="1167493" y="720385"/>
                  </a:lnTo>
                  <a:lnTo>
                    <a:pt x="1167493" y="2272167"/>
                  </a:lnTo>
                  <a:lnTo>
                    <a:pt x="0" y="2272167"/>
                  </a:lnTo>
                  <a:lnTo>
                    <a:pt x="0" y="1898074"/>
                  </a:lnTo>
                  <a:lnTo>
                    <a:pt x="0" y="1271597"/>
                  </a:lnTo>
                  <a:lnTo>
                    <a:pt x="0" y="1177688"/>
                  </a:lnTo>
                  <a:cubicBezTo>
                    <a:pt x="0" y="567919"/>
                    <a:pt x="459408" y="66389"/>
                    <a:pt x="1048124" y="6080"/>
                  </a:cubicBezTo>
                  <a:lnTo>
                    <a:pt x="1167473"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 name="Title 1">
            <a:extLst>
              <a:ext uri="{FF2B5EF4-FFF2-40B4-BE49-F238E27FC236}">
                <a16:creationId xmlns:a16="http://schemas.microsoft.com/office/drawing/2014/main" id="{494248F2-5264-4601-AA0B-6C092F77F2DD}"/>
              </a:ext>
            </a:extLst>
          </p:cNvPr>
          <p:cNvSpPr>
            <a:spLocks noGrp="1"/>
          </p:cNvSpPr>
          <p:nvPr>
            <p:ph type="ctrTitle" hasCustomPrompt="1"/>
          </p:nvPr>
        </p:nvSpPr>
        <p:spPr>
          <a:xfrm>
            <a:off x="1167493" y="232913"/>
            <a:ext cx="7096933" cy="3830130"/>
          </a:xfrm>
        </p:spPr>
        <p:txBody>
          <a:bodyPr anchor="b">
            <a:noAutofit/>
          </a:bodyPr>
          <a:lstStyle>
            <a:lvl1pPr algn="l">
              <a:defRPr sz="6000" b="1">
                <a:latin typeface="+mj-lt"/>
              </a:defRPr>
            </a:lvl1pPr>
          </a:lstStyle>
          <a:p>
            <a:r>
              <a:rPr lang="en-US"/>
              <a:t>Click to add title</a:t>
            </a:r>
          </a:p>
        </p:txBody>
      </p:sp>
    </p:spTree>
    <p:extLst>
      <p:ext uri="{BB962C8B-B14F-4D97-AF65-F5344CB8AC3E}">
        <p14:creationId xmlns:p14="http://schemas.microsoft.com/office/powerpoint/2010/main" val="291649857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grpSp>
        <p:nvGrpSpPr>
          <p:cNvPr id="13" name="Group 12">
            <a:extLst>
              <a:ext uri="{FF2B5EF4-FFF2-40B4-BE49-F238E27FC236}">
                <a16:creationId xmlns:a16="http://schemas.microsoft.com/office/drawing/2014/main" id="{AC10D125-AB73-D276-4947-94204736A30D}"/>
              </a:ext>
              <a:ext uri="{C183D7F6-B498-43B3-948B-1728B52AA6E4}">
                <adec:decorative xmlns:adec="http://schemas.microsoft.com/office/drawing/2017/decorative" val="1"/>
              </a:ext>
            </a:extLst>
          </p:cNvPr>
          <p:cNvGrpSpPr/>
          <p:nvPr userDrawn="1"/>
        </p:nvGrpSpPr>
        <p:grpSpPr>
          <a:xfrm>
            <a:off x="1" y="0"/>
            <a:ext cx="12191999" cy="6858000"/>
            <a:chOff x="1" y="0"/>
            <a:chExt cx="12191999" cy="6858000"/>
          </a:xfrm>
        </p:grpSpPr>
        <p:sp>
          <p:nvSpPr>
            <p:cNvPr id="4" name="Freeform 3">
              <a:extLst>
                <a:ext uri="{FF2B5EF4-FFF2-40B4-BE49-F238E27FC236}">
                  <a16:creationId xmlns:a16="http://schemas.microsoft.com/office/drawing/2014/main" id="{6A7F6A3F-E1DD-A246-9A6D-5F9B18BA2588}"/>
                </a:ext>
                <a:ext uri="{C183D7F6-B498-43B3-948B-1728B52AA6E4}">
                  <adec:decorative xmlns:adec="http://schemas.microsoft.com/office/drawing/2017/decorative" val="1"/>
                </a:ext>
              </a:extLst>
            </p:cNvPr>
            <p:cNvSpPr/>
            <p:nvPr userDrawn="1"/>
          </p:nvSpPr>
          <p:spPr>
            <a:xfrm flipH="1">
              <a:off x="8580896" y="1"/>
              <a:ext cx="3611104" cy="3611104"/>
            </a:xfrm>
            <a:custGeom>
              <a:avLst/>
              <a:gdLst>
                <a:gd name="connsiteX0" fmla="*/ 0 w 1167493"/>
                <a:gd name="connsiteY0" fmla="*/ 0 h 1167493"/>
                <a:gd name="connsiteX1" fmla="*/ 1167493 w 1167493"/>
                <a:gd name="connsiteY1" fmla="*/ 0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lnTo>
                    <a:pt x="1167493" y="0"/>
                  </a:lnTo>
                  <a:cubicBezTo>
                    <a:pt x="522704" y="0"/>
                    <a:pt x="0" y="522704"/>
                    <a:pt x="0" y="1167493"/>
                  </a:cubicBez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 name="Freeform 4">
              <a:extLst>
                <a:ext uri="{FF2B5EF4-FFF2-40B4-BE49-F238E27FC236}">
                  <a16:creationId xmlns:a16="http://schemas.microsoft.com/office/drawing/2014/main" id="{055FD0FC-C8FF-6741-A364-A29CDC6F9495}"/>
                </a:ext>
                <a:ext uri="{C183D7F6-B498-43B3-948B-1728B52AA6E4}">
                  <adec:decorative xmlns:adec="http://schemas.microsoft.com/office/drawing/2017/decorative" val="1"/>
                </a:ext>
              </a:extLst>
            </p:cNvPr>
            <p:cNvSpPr/>
            <p:nvPr userDrawn="1"/>
          </p:nvSpPr>
          <p:spPr>
            <a:xfrm flipH="1">
              <a:off x="8580896" y="3246896"/>
              <a:ext cx="3611104" cy="3611104"/>
            </a:xfrm>
            <a:custGeom>
              <a:avLst/>
              <a:gdLst>
                <a:gd name="connsiteX0" fmla="*/ 0 w 1167493"/>
                <a:gd name="connsiteY0" fmla="*/ 0 h 1167493"/>
                <a:gd name="connsiteX1" fmla="*/ 1167493 w 1167493"/>
                <a:gd name="connsiteY1" fmla="*/ 1167493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cubicBezTo>
                    <a:pt x="0" y="644789"/>
                    <a:pt x="522704" y="1167493"/>
                    <a:pt x="1167493" y="1167493"/>
                  </a:cubicBezTo>
                  <a:lnTo>
                    <a:pt x="0" y="1167493"/>
                  </a:ln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latin typeface="+mn-lt"/>
              </a:endParaRPr>
            </a:p>
          </p:txBody>
        </p:sp>
        <p:sp>
          <p:nvSpPr>
            <p:cNvPr id="6" name="Freeform 5">
              <a:extLst>
                <a:ext uri="{FF2B5EF4-FFF2-40B4-BE49-F238E27FC236}">
                  <a16:creationId xmlns:a16="http://schemas.microsoft.com/office/drawing/2014/main" id="{D11C9832-A021-954E-A34F-2988D1189AE9}"/>
                </a:ext>
                <a:ext uri="{C183D7F6-B498-43B3-948B-1728B52AA6E4}">
                  <adec:decorative xmlns:adec="http://schemas.microsoft.com/office/drawing/2017/decorative" val="1"/>
                </a:ext>
              </a:extLst>
            </p:cNvPr>
            <p:cNvSpPr/>
            <p:nvPr userDrawn="1"/>
          </p:nvSpPr>
          <p:spPr>
            <a:xfrm>
              <a:off x="1" y="0"/>
              <a:ext cx="933856" cy="933856"/>
            </a:xfrm>
            <a:custGeom>
              <a:avLst/>
              <a:gdLst>
                <a:gd name="connsiteX0" fmla="*/ 0 w 862693"/>
                <a:gd name="connsiteY0" fmla="*/ 0 h 862693"/>
                <a:gd name="connsiteX1" fmla="*/ 862693 w 862693"/>
                <a:gd name="connsiteY1" fmla="*/ 0 h 862693"/>
                <a:gd name="connsiteX2" fmla="*/ 0 w 862693"/>
                <a:gd name="connsiteY2" fmla="*/ 862693 h 862693"/>
                <a:gd name="connsiteX3" fmla="*/ 0 w 862693"/>
                <a:gd name="connsiteY3" fmla="*/ 0 h 862693"/>
              </a:gdLst>
              <a:ahLst/>
              <a:cxnLst>
                <a:cxn ang="0">
                  <a:pos x="connsiteX0" y="connsiteY0"/>
                </a:cxn>
                <a:cxn ang="0">
                  <a:pos x="connsiteX1" y="connsiteY1"/>
                </a:cxn>
                <a:cxn ang="0">
                  <a:pos x="connsiteX2" y="connsiteY2"/>
                </a:cxn>
                <a:cxn ang="0">
                  <a:pos x="connsiteX3" y="connsiteY3"/>
                </a:cxn>
              </a:cxnLst>
              <a:rect l="l" t="t" r="r" b="b"/>
              <a:pathLst>
                <a:path w="862693" h="862693">
                  <a:moveTo>
                    <a:pt x="0" y="0"/>
                  </a:moveTo>
                  <a:lnTo>
                    <a:pt x="862693" y="0"/>
                  </a:lnTo>
                  <a:cubicBezTo>
                    <a:pt x="862693" y="476453"/>
                    <a:pt x="476452" y="862693"/>
                    <a:pt x="0" y="862693"/>
                  </a:cubicBez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nvGrpSpPr>
            <p:cNvPr id="9" name="Group 8">
              <a:extLst>
                <a:ext uri="{FF2B5EF4-FFF2-40B4-BE49-F238E27FC236}">
                  <a16:creationId xmlns:a16="http://schemas.microsoft.com/office/drawing/2014/main" id="{9861BC34-DFBF-2D4F-B463-FCFBC08391FF}"/>
                </a:ext>
                <a:ext uri="{C183D7F6-B498-43B3-948B-1728B52AA6E4}">
                  <adec:decorative xmlns:adec="http://schemas.microsoft.com/office/drawing/2017/decorative" val="1"/>
                </a:ext>
              </a:extLst>
            </p:cNvPr>
            <p:cNvGrpSpPr/>
            <p:nvPr userDrawn="1"/>
          </p:nvGrpSpPr>
          <p:grpSpPr>
            <a:xfrm>
              <a:off x="8082092" y="5590903"/>
              <a:ext cx="1572380" cy="1267097"/>
              <a:chOff x="7413403" y="4976359"/>
              <a:chExt cx="2334986" cy="1881641"/>
            </a:xfrm>
          </p:grpSpPr>
          <p:sp>
            <p:nvSpPr>
              <p:cNvPr id="7" name="Freeform 6">
                <a:extLst>
                  <a:ext uri="{FF2B5EF4-FFF2-40B4-BE49-F238E27FC236}">
                    <a16:creationId xmlns:a16="http://schemas.microsoft.com/office/drawing/2014/main" id="{55C37C19-F268-4A43-A0D4-3B1B38D48952}"/>
                  </a:ext>
                </a:extLst>
              </p:cNvPr>
              <p:cNvSpPr/>
              <p:nvPr userDrawn="1"/>
            </p:nvSpPr>
            <p:spPr>
              <a:xfrm rot="5400000" flipH="1" flipV="1">
                <a:off x="8223822"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latin typeface="+mn-lt"/>
                </a:endParaRPr>
              </a:p>
            </p:txBody>
          </p:sp>
          <p:sp>
            <p:nvSpPr>
              <p:cNvPr id="8" name="Freeform 7">
                <a:extLst>
                  <a:ext uri="{FF2B5EF4-FFF2-40B4-BE49-F238E27FC236}">
                    <a16:creationId xmlns:a16="http://schemas.microsoft.com/office/drawing/2014/main" id="{E4F760E5-9D5D-E44F-AEBF-20CA8DE87D11}"/>
                  </a:ext>
                </a:extLst>
              </p:cNvPr>
              <p:cNvSpPr/>
              <p:nvPr userDrawn="1"/>
            </p:nvSpPr>
            <p:spPr>
              <a:xfrm rot="16200000" flipV="1">
                <a:off x="7056329"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latin typeface="+mn-lt"/>
                </a:endParaRPr>
              </a:p>
            </p:txBody>
          </p:sp>
        </p:grpSp>
      </p:grpSp>
      <p:sp>
        <p:nvSpPr>
          <p:cNvPr id="2" name="Title 1">
            <a:extLst>
              <a:ext uri="{FF2B5EF4-FFF2-40B4-BE49-F238E27FC236}">
                <a16:creationId xmlns:a16="http://schemas.microsoft.com/office/drawing/2014/main" id="{3CD97974-B93C-4C96-B3F6-F69E3D6DE6CA}"/>
              </a:ext>
            </a:extLst>
          </p:cNvPr>
          <p:cNvSpPr>
            <a:spLocks noGrp="1"/>
          </p:cNvSpPr>
          <p:nvPr>
            <p:ph type="title" hasCustomPrompt="1"/>
          </p:nvPr>
        </p:nvSpPr>
        <p:spPr>
          <a:xfrm>
            <a:off x="1158864" y="102021"/>
            <a:ext cx="9779183" cy="1744415"/>
          </a:xfrm>
        </p:spPr>
        <p:txBody>
          <a:bodyPr anchor="b">
            <a:noAutofit/>
          </a:bodyPr>
          <a:lstStyle>
            <a:lvl1pPr>
              <a:defRPr sz="4200" b="1">
                <a:latin typeface="+mj-lt"/>
              </a:defRPr>
            </a:lvl1pPr>
          </a:lstStyle>
          <a:p>
            <a:r>
              <a:rPr lang="en-US"/>
              <a:t>Click to add title</a:t>
            </a:r>
          </a:p>
        </p:txBody>
      </p:sp>
      <p:sp>
        <p:nvSpPr>
          <p:cNvPr id="3" name="Content Placeholder 2">
            <a:extLst>
              <a:ext uri="{FF2B5EF4-FFF2-40B4-BE49-F238E27FC236}">
                <a16:creationId xmlns:a16="http://schemas.microsoft.com/office/drawing/2014/main" id="{8A6FC6F2-80B4-49A7-9448-33FE2DF0E967}"/>
              </a:ext>
            </a:extLst>
          </p:cNvPr>
          <p:cNvSpPr>
            <a:spLocks noGrp="1"/>
          </p:cNvSpPr>
          <p:nvPr>
            <p:ph idx="1" hasCustomPrompt="1"/>
          </p:nvPr>
        </p:nvSpPr>
        <p:spPr>
          <a:xfrm>
            <a:off x="1158865" y="2017467"/>
            <a:ext cx="9779182" cy="3366815"/>
          </a:xfrm>
        </p:spPr>
        <p:txBody>
          <a:bodyPr>
            <a:normAutofit/>
          </a:bodyPr>
          <a:lstStyle>
            <a:lvl1pPr marL="0" indent="0">
              <a:buNone/>
              <a:defRPr>
                <a:latin typeface="+mn-lt"/>
              </a:defRPr>
            </a:lvl1pPr>
            <a:lvl2pPr marL="457200" indent="0">
              <a:buNone/>
              <a:defRPr>
                <a:latin typeface="+mn-lt"/>
              </a:defRPr>
            </a:lvl2pPr>
            <a:lvl3pPr marL="914400" indent="0">
              <a:buNone/>
              <a:defRPr>
                <a:latin typeface="+mn-lt"/>
              </a:defRPr>
            </a:lvl3pPr>
            <a:lvl4pPr marL="1371600" indent="0">
              <a:buNone/>
              <a:defRPr>
                <a:latin typeface="+mn-lt"/>
              </a:defRPr>
            </a:lvl4pPr>
            <a:lvl5pPr marL="1828800" indent="0">
              <a:buNone/>
              <a:defRPr>
                <a:latin typeface="+mn-lt"/>
              </a:defRPr>
            </a:lvl5pPr>
          </a:lstStyle>
          <a:p>
            <a:pPr lvl="0"/>
            <a:r>
              <a:rPr lang="en-US"/>
              <a:t>Click to add text</a:t>
            </a:r>
          </a:p>
          <a:p>
            <a:pPr lvl="1"/>
            <a:r>
              <a:rPr lang="en-US"/>
              <a:t>Second level</a:t>
            </a:r>
          </a:p>
          <a:p>
            <a:pPr lvl="2"/>
            <a:r>
              <a:rPr lang="en-US"/>
              <a:t>Third level</a:t>
            </a:r>
          </a:p>
          <a:p>
            <a:pPr lvl="3"/>
            <a:r>
              <a:rPr lang="en-US"/>
              <a:t>Fourth level</a:t>
            </a:r>
          </a:p>
          <a:p>
            <a:pPr lvl="4"/>
            <a:r>
              <a:rPr lang="en-US"/>
              <a:t>Fifth level</a:t>
            </a:r>
          </a:p>
        </p:txBody>
      </p:sp>
      <p:sp>
        <p:nvSpPr>
          <p:cNvPr id="10" name="Date Placeholder 3">
            <a:extLst>
              <a:ext uri="{FF2B5EF4-FFF2-40B4-BE49-F238E27FC236}">
                <a16:creationId xmlns:a16="http://schemas.microsoft.com/office/drawing/2014/main" id="{7536C149-3EFE-A94E-902D-57CED00B2C0F}"/>
              </a:ext>
            </a:extLst>
          </p:cNvPr>
          <p:cNvSpPr>
            <a:spLocks noGrp="1"/>
          </p:cNvSpPr>
          <p:nvPr>
            <p:ph type="dt" sz="half" idx="2"/>
          </p:nvPr>
        </p:nvSpPr>
        <p:spPr>
          <a:xfrm>
            <a:off x="381000" y="6356350"/>
            <a:ext cx="2743200" cy="365125"/>
          </a:xfrm>
          <a:prstGeom prst="rect">
            <a:avLst/>
          </a:prstGeom>
        </p:spPr>
        <p:txBody>
          <a:bodyPr vert="horz" lIns="91440" tIns="45720" rIns="91440" bIns="45720" rtlCol="0" anchor="ctr">
            <a:noAutofit/>
          </a:bodyPr>
          <a:lstStyle>
            <a:lvl1pPr algn="l">
              <a:defRPr sz="1200">
                <a:solidFill>
                  <a:schemeClr val="accent3"/>
                </a:solidFill>
                <a:latin typeface="+mn-lt"/>
              </a:defRPr>
            </a:lvl1pPr>
          </a:lstStyle>
          <a:p>
            <a:r>
              <a:rPr lang="en-US"/>
              <a:t>9/8/20XX</a:t>
            </a:r>
          </a:p>
        </p:txBody>
      </p:sp>
      <p:sp>
        <p:nvSpPr>
          <p:cNvPr id="11" name="Footer Placeholder 4">
            <a:extLst>
              <a:ext uri="{FF2B5EF4-FFF2-40B4-BE49-F238E27FC236}">
                <a16:creationId xmlns:a16="http://schemas.microsoft.com/office/drawing/2014/main" id="{53CA1E78-F17D-F34D-9F81-0DBF44F3789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noAutofit/>
          </a:bodyPr>
          <a:lstStyle>
            <a:lvl1pPr algn="ctr">
              <a:defRPr sz="1200">
                <a:solidFill>
                  <a:schemeClr val="accent3"/>
                </a:solidFill>
                <a:latin typeface="+mn-lt"/>
              </a:defRPr>
            </a:lvl1pPr>
          </a:lstStyle>
          <a:p>
            <a:endParaRPr lang="en-US"/>
          </a:p>
        </p:txBody>
      </p:sp>
      <p:sp>
        <p:nvSpPr>
          <p:cNvPr id="12" name="Slide Number Placeholder 5">
            <a:extLst>
              <a:ext uri="{FF2B5EF4-FFF2-40B4-BE49-F238E27FC236}">
                <a16:creationId xmlns:a16="http://schemas.microsoft.com/office/drawing/2014/main" id="{1FE54918-A625-F64F-A42E-A427E9B2D489}"/>
              </a:ext>
            </a:extLst>
          </p:cNvPr>
          <p:cNvSpPr>
            <a:spLocks noGrp="1"/>
          </p:cNvSpPr>
          <p:nvPr>
            <p:ph type="sldNum" sz="quarter" idx="4"/>
          </p:nvPr>
        </p:nvSpPr>
        <p:spPr>
          <a:xfrm>
            <a:off x="10153276" y="6356350"/>
            <a:ext cx="1657723" cy="365125"/>
          </a:xfrm>
          <a:prstGeom prst="rect">
            <a:avLst/>
          </a:prstGeom>
        </p:spPr>
        <p:txBody>
          <a:bodyPr vert="horz" lIns="91440" tIns="45720" rIns="91440" bIns="45720" rtlCol="0" anchor="ctr">
            <a:noAutofit/>
          </a:bodyPr>
          <a:lstStyle>
            <a:lvl1pPr algn="r">
              <a:defRPr sz="1200">
                <a:solidFill>
                  <a:schemeClr val="accent2"/>
                </a:solidFill>
                <a:latin typeface="+mn-lt"/>
              </a:defRPr>
            </a:lvl1pPr>
          </a:lstStyle>
          <a:p>
            <a:fld id="{294A09A9-5501-47C1-A89A-A340965A2BE2}" type="slidenum">
              <a:rPr lang="en-US" smtClean="0"/>
              <a:pPr/>
              <a:t>‹#›</a:t>
            </a:fld>
            <a:endParaRPr lang="en-US"/>
          </a:p>
        </p:txBody>
      </p:sp>
    </p:spTree>
    <p:extLst>
      <p:ext uri="{BB962C8B-B14F-4D97-AF65-F5344CB8AC3E}">
        <p14:creationId xmlns:p14="http://schemas.microsoft.com/office/powerpoint/2010/main" val="27822712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Title and Right Image">
    <p:spTree>
      <p:nvGrpSpPr>
        <p:cNvPr id="1" name=""/>
        <p:cNvGrpSpPr/>
        <p:nvPr/>
      </p:nvGrpSpPr>
      <p:grpSpPr>
        <a:xfrm>
          <a:off x="0" y="0"/>
          <a:ext cx="0" cy="0"/>
          <a:chOff x="0" y="0"/>
          <a:chExt cx="0" cy="0"/>
        </a:xfrm>
      </p:grpSpPr>
      <p:grpSp>
        <p:nvGrpSpPr>
          <p:cNvPr id="13" name="Group 12">
            <a:extLst>
              <a:ext uri="{FF2B5EF4-FFF2-40B4-BE49-F238E27FC236}">
                <a16:creationId xmlns:a16="http://schemas.microsoft.com/office/drawing/2014/main" id="{AC10D125-AB73-D276-4947-94204736A30D}"/>
              </a:ext>
              <a:ext uri="{C183D7F6-B498-43B3-948B-1728B52AA6E4}">
                <adec:decorative xmlns:adec="http://schemas.microsoft.com/office/drawing/2017/decorative" val="1"/>
              </a:ext>
            </a:extLst>
          </p:cNvPr>
          <p:cNvGrpSpPr/>
          <p:nvPr userDrawn="1"/>
        </p:nvGrpSpPr>
        <p:grpSpPr>
          <a:xfrm flipH="1">
            <a:off x="1" y="0"/>
            <a:ext cx="12191999" cy="6858000"/>
            <a:chOff x="1" y="0"/>
            <a:chExt cx="12191999" cy="6858000"/>
          </a:xfrm>
        </p:grpSpPr>
        <p:sp>
          <p:nvSpPr>
            <p:cNvPr id="4" name="Freeform 3">
              <a:extLst>
                <a:ext uri="{FF2B5EF4-FFF2-40B4-BE49-F238E27FC236}">
                  <a16:creationId xmlns:a16="http://schemas.microsoft.com/office/drawing/2014/main" id="{6A7F6A3F-E1DD-A246-9A6D-5F9B18BA2588}"/>
                </a:ext>
                <a:ext uri="{C183D7F6-B498-43B3-948B-1728B52AA6E4}">
                  <adec:decorative xmlns:adec="http://schemas.microsoft.com/office/drawing/2017/decorative" val="1"/>
                </a:ext>
              </a:extLst>
            </p:cNvPr>
            <p:cNvSpPr/>
            <p:nvPr userDrawn="1"/>
          </p:nvSpPr>
          <p:spPr>
            <a:xfrm flipH="1">
              <a:off x="8580896" y="1"/>
              <a:ext cx="3611104" cy="3611104"/>
            </a:xfrm>
            <a:custGeom>
              <a:avLst/>
              <a:gdLst>
                <a:gd name="connsiteX0" fmla="*/ 0 w 1167493"/>
                <a:gd name="connsiteY0" fmla="*/ 0 h 1167493"/>
                <a:gd name="connsiteX1" fmla="*/ 1167493 w 1167493"/>
                <a:gd name="connsiteY1" fmla="*/ 0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lnTo>
                    <a:pt x="1167493" y="0"/>
                  </a:lnTo>
                  <a:cubicBezTo>
                    <a:pt x="522704" y="0"/>
                    <a:pt x="0" y="522704"/>
                    <a:pt x="0" y="1167493"/>
                  </a:cubicBez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 name="Freeform 4">
              <a:extLst>
                <a:ext uri="{FF2B5EF4-FFF2-40B4-BE49-F238E27FC236}">
                  <a16:creationId xmlns:a16="http://schemas.microsoft.com/office/drawing/2014/main" id="{055FD0FC-C8FF-6741-A364-A29CDC6F9495}"/>
                </a:ext>
                <a:ext uri="{C183D7F6-B498-43B3-948B-1728B52AA6E4}">
                  <adec:decorative xmlns:adec="http://schemas.microsoft.com/office/drawing/2017/decorative" val="1"/>
                </a:ext>
              </a:extLst>
            </p:cNvPr>
            <p:cNvSpPr/>
            <p:nvPr userDrawn="1"/>
          </p:nvSpPr>
          <p:spPr>
            <a:xfrm flipH="1">
              <a:off x="8580896" y="3246896"/>
              <a:ext cx="3611104" cy="3611104"/>
            </a:xfrm>
            <a:custGeom>
              <a:avLst/>
              <a:gdLst>
                <a:gd name="connsiteX0" fmla="*/ 0 w 1167493"/>
                <a:gd name="connsiteY0" fmla="*/ 0 h 1167493"/>
                <a:gd name="connsiteX1" fmla="*/ 1167493 w 1167493"/>
                <a:gd name="connsiteY1" fmla="*/ 1167493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cubicBezTo>
                    <a:pt x="0" y="644789"/>
                    <a:pt x="522704" y="1167493"/>
                    <a:pt x="1167493" y="1167493"/>
                  </a:cubicBezTo>
                  <a:lnTo>
                    <a:pt x="0" y="1167493"/>
                  </a:ln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latin typeface="+mn-lt"/>
              </a:endParaRPr>
            </a:p>
          </p:txBody>
        </p:sp>
        <p:sp>
          <p:nvSpPr>
            <p:cNvPr id="6" name="Freeform 5">
              <a:extLst>
                <a:ext uri="{FF2B5EF4-FFF2-40B4-BE49-F238E27FC236}">
                  <a16:creationId xmlns:a16="http://schemas.microsoft.com/office/drawing/2014/main" id="{D11C9832-A021-954E-A34F-2988D1189AE9}"/>
                </a:ext>
                <a:ext uri="{C183D7F6-B498-43B3-948B-1728B52AA6E4}">
                  <adec:decorative xmlns:adec="http://schemas.microsoft.com/office/drawing/2017/decorative" val="1"/>
                </a:ext>
              </a:extLst>
            </p:cNvPr>
            <p:cNvSpPr/>
            <p:nvPr userDrawn="1"/>
          </p:nvSpPr>
          <p:spPr>
            <a:xfrm>
              <a:off x="1" y="0"/>
              <a:ext cx="933856" cy="933856"/>
            </a:xfrm>
            <a:custGeom>
              <a:avLst/>
              <a:gdLst>
                <a:gd name="connsiteX0" fmla="*/ 0 w 862693"/>
                <a:gd name="connsiteY0" fmla="*/ 0 h 862693"/>
                <a:gd name="connsiteX1" fmla="*/ 862693 w 862693"/>
                <a:gd name="connsiteY1" fmla="*/ 0 h 862693"/>
                <a:gd name="connsiteX2" fmla="*/ 0 w 862693"/>
                <a:gd name="connsiteY2" fmla="*/ 862693 h 862693"/>
                <a:gd name="connsiteX3" fmla="*/ 0 w 862693"/>
                <a:gd name="connsiteY3" fmla="*/ 0 h 862693"/>
              </a:gdLst>
              <a:ahLst/>
              <a:cxnLst>
                <a:cxn ang="0">
                  <a:pos x="connsiteX0" y="connsiteY0"/>
                </a:cxn>
                <a:cxn ang="0">
                  <a:pos x="connsiteX1" y="connsiteY1"/>
                </a:cxn>
                <a:cxn ang="0">
                  <a:pos x="connsiteX2" y="connsiteY2"/>
                </a:cxn>
                <a:cxn ang="0">
                  <a:pos x="connsiteX3" y="connsiteY3"/>
                </a:cxn>
              </a:cxnLst>
              <a:rect l="l" t="t" r="r" b="b"/>
              <a:pathLst>
                <a:path w="862693" h="862693">
                  <a:moveTo>
                    <a:pt x="0" y="0"/>
                  </a:moveTo>
                  <a:lnTo>
                    <a:pt x="862693" y="0"/>
                  </a:lnTo>
                  <a:cubicBezTo>
                    <a:pt x="862693" y="476453"/>
                    <a:pt x="476452" y="862693"/>
                    <a:pt x="0" y="862693"/>
                  </a:cubicBez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nvGrpSpPr>
            <p:cNvPr id="9" name="Group 8">
              <a:extLst>
                <a:ext uri="{FF2B5EF4-FFF2-40B4-BE49-F238E27FC236}">
                  <a16:creationId xmlns:a16="http://schemas.microsoft.com/office/drawing/2014/main" id="{9861BC34-DFBF-2D4F-B463-FCFBC08391FF}"/>
                </a:ext>
                <a:ext uri="{C183D7F6-B498-43B3-948B-1728B52AA6E4}">
                  <adec:decorative xmlns:adec="http://schemas.microsoft.com/office/drawing/2017/decorative" val="1"/>
                </a:ext>
              </a:extLst>
            </p:cNvPr>
            <p:cNvGrpSpPr/>
            <p:nvPr userDrawn="1"/>
          </p:nvGrpSpPr>
          <p:grpSpPr>
            <a:xfrm>
              <a:off x="8082092" y="5590903"/>
              <a:ext cx="1572380" cy="1267097"/>
              <a:chOff x="7413403" y="4976359"/>
              <a:chExt cx="2334986" cy="1881641"/>
            </a:xfrm>
          </p:grpSpPr>
          <p:sp>
            <p:nvSpPr>
              <p:cNvPr id="7" name="Freeform 6">
                <a:extLst>
                  <a:ext uri="{FF2B5EF4-FFF2-40B4-BE49-F238E27FC236}">
                    <a16:creationId xmlns:a16="http://schemas.microsoft.com/office/drawing/2014/main" id="{55C37C19-F268-4A43-A0D4-3B1B38D48952}"/>
                  </a:ext>
                </a:extLst>
              </p:cNvPr>
              <p:cNvSpPr/>
              <p:nvPr userDrawn="1"/>
            </p:nvSpPr>
            <p:spPr>
              <a:xfrm rot="5400000" flipH="1" flipV="1">
                <a:off x="8223822"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latin typeface="+mn-lt"/>
                </a:endParaRPr>
              </a:p>
            </p:txBody>
          </p:sp>
          <p:sp>
            <p:nvSpPr>
              <p:cNvPr id="8" name="Freeform 7">
                <a:extLst>
                  <a:ext uri="{FF2B5EF4-FFF2-40B4-BE49-F238E27FC236}">
                    <a16:creationId xmlns:a16="http://schemas.microsoft.com/office/drawing/2014/main" id="{E4F760E5-9D5D-E44F-AEBF-20CA8DE87D11}"/>
                  </a:ext>
                </a:extLst>
              </p:cNvPr>
              <p:cNvSpPr/>
              <p:nvPr userDrawn="1"/>
            </p:nvSpPr>
            <p:spPr>
              <a:xfrm rot="16200000" flipV="1">
                <a:off x="7056329"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latin typeface="+mn-lt"/>
                </a:endParaRPr>
              </a:p>
            </p:txBody>
          </p:sp>
        </p:grpSp>
      </p:grpSp>
      <p:sp>
        <p:nvSpPr>
          <p:cNvPr id="2" name="Title 1">
            <a:extLst>
              <a:ext uri="{FF2B5EF4-FFF2-40B4-BE49-F238E27FC236}">
                <a16:creationId xmlns:a16="http://schemas.microsoft.com/office/drawing/2014/main" id="{3CD97974-B93C-4C96-B3F6-F69E3D6DE6CA}"/>
              </a:ext>
            </a:extLst>
          </p:cNvPr>
          <p:cNvSpPr>
            <a:spLocks noGrp="1"/>
          </p:cNvSpPr>
          <p:nvPr>
            <p:ph type="title" hasCustomPrompt="1"/>
          </p:nvPr>
        </p:nvSpPr>
        <p:spPr>
          <a:xfrm>
            <a:off x="1167492" y="1371600"/>
            <a:ext cx="5486400" cy="4114800"/>
          </a:xfrm>
        </p:spPr>
        <p:txBody>
          <a:bodyPr anchor="ctr" anchorCtr="0">
            <a:noAutofit/>
          </a:bodyPr>
          <a:lstStyle>
            <a:lvl1pPr>
              <a:defRPr sz="6000" b="1">
                <a:latin typeface="+mj-lt"/>
              </a:defRPr>
            </a:lvl1pPr>
          </a:lstStyle>
          <a:p>
            <a:r>
              <a:rPr lang="en-US"/>
              <a:t>Click to add title</a:t>
            </a:r>
          </a:p>
        </p:txBody>
      </p:sp>
      <p:sp>
        <p:nvSpPr>
          <p:cNvPr id="15" name="Picture Placeholder 14">
            <a:extLst>
              <a:ext uri="{FF2B5EF4-FFF2-40B4-BE49-F238E27FC236}">
                <a16:creationId xmlns:a16="http://schemas.microsoft.com/office/drawing/2014/main" id="{3124234B-E1C4-2616-9993-A23142AA69B2}"/>
              </a:ext>
            </a:extLst>
          </p:cNvPr>
          <p:cNvSpPr>
            <a:spLocks noGrp="1"/>
          </p:cNvSpPr>
          <p:nvPr>
            <p:ph type="pic" sz="quarter" idx="10"/>
          </p:nvPr>
        </p:nvSpPr>
        <p:spPr>
          <a:xfrm>
            <a:off x="7183438" y="1168400"/>
            <a:ext cx="4500562" cy="4521200"/>
          </a:xfrm>
          <a:prstGeom prst="ellipse">
            <a:avLst/>
          </a:prstGeom>
          <a:solidFill>
            <a:schemeClr val="accent2"/>
          </a:solidFill>
        </p:spPr>
        <p:txBody>
          <a:bodyPr/>
          <a:lstStyle>
            <a:lvl1pPr marL="0" indent="0" algn="ctr">
              <a:buNone/>
              <a:defRPr sz="2000"/>
            </a:lvl1pPr>
          </a:lstStyle>
          <a:p>
            <a:r>
              <a:rPr lang="en-US"/>
              <a:t>Click icon to add picture</a:t>
            </a:r>
          </a:p>
        </p:txBody>
      </p:sp>
      <p:sp>
        <p:nvSpPr>
          <p:cNvPr id="10" name="Date Placeholder 3">
            <a:extLst>
              <a:ext uri="{FF2B5EF4-FFF2-40B4-BE49-F238E27FC236}">
                <a16:creationId xmlns:a16="http://schemas.microsoft.com/office/drawing/2014/main" id="{7536C149-3EFE-A94E-902D-57CED00B2C0F}"/>
              </a:ext>
            </a:extLst>
          </p:cNvPr>
          <p:cNvSpPr>
            <a:spLocks noGrp="1"/>
          </p:cNvSpPr>
          <p:nvPr>
            <p:ph type="dt" sz="half" idx="2"/>
          </p:nvPr>
        </p:nvSpPr>
        <p:spPr>
          <a:xfrm>
            <a:off x="381000" y="6356350"/>
            <a:ext cx="2743200" cy="365125"/>
          </a:xfrm>
          <a:prstGeom prst="rect">
            <a:avLst/>
          </a:prstGeom>
        </p:spPr>
        <p:txBody>
          <a:bodyPr vert="horz" lIns="91440" tIns="45720" rIns="91440" bIns="45720" rtlCol="0" anchor="ctr">
            <a:noAutofit/>
          </a:bodyPr>
          <a:lstStyle>
            <a:lvl1pPr algn="l">
              <a:defRPr sz="1200">
                <a:solidFill>
                  <a:schemeClr val="accent3"/>
                </a:solidFill>
                <a:latin typeface="+mn-lt"/>
              </a:defRPr>
            </a:lvl1pPr>
          </a:lstStyle>
          <a:p>
            <a:r>
              <a:rPr lang="en-US"/>
              <a:t>9/8/20XX</a:t>
            </a:r>
          </a:p>
        </p:txBody>
      </p:sp>
      <p:sp>
        <p:nvSpPr>
          <p:cNvPr id="11" name="Footer Placeholder 4">
            <a:extLst>
              <a:ext uri="{FF2B5EF4-FFF2-40B4-BE49-F238E27FC236}">
                <a16:creationId xmlns:a16="http://schemas.microsoft.com/office/drawing/2014/main" id="{53CA1E78-F17D-F34D-9F81-0DBF44F3789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noAutofit/>
          </a:bodyPr>
          <a:lstStyle>
            <a:lvl1pPr algn="ctr">
              <a:defRPr sz="1200">
                <a:solidFill>
                  <a:schemeClr val="accent3"/>
                </a:solidFill>
                <a:latin typeface="+mn-lt"/>
              </a:defRPr>
            </a:lvl1pPr>
          </a:lstStyle>
          <a:p>
            <a:endParaRPr lang="en-US"/>
          </a:p>
        </p:txBody>
      </p:sp>
      <p:sp>
        <p:nvSpPr>
          <p:cNvPr id="12" name="Slide Number Placeholder 5">
            <a:extLst>
              <a:ext uri="{FF2B5EF4-FFF2-40B4-BE49-F238E27FC236}">
                <a16:creationId xmlns:a16="http://schemas.microsoft.com/office/drawing/2014/main" id="{1FE54918-A625-F64F-A42E-A427E9B2D489}"/>
              </a:ext>
            </a:extLst>
          </p:cNvPr>
          <p:cNvSpPr>
            <a:spLocks noGrp="1"/>
          </p:cNvSpPr>
          <p:nvPr>
            <p:ph type="sldNum" sz="quarter" idx="4"/>
          </p:nvPr>
        </p:nvSpPr>
        <p:spPr>
          <a:xfrm>
            <a:off x="10153276" y="6356350"/>
            <a:ext cx="1657723" cy="365125"/>
          </a:xfrm>
          <a:prstGeom prst="rect">
            <a:avLst/>
          </a:prstGeom>
        </p:spPr>
        <p:txBody>
          <a:bodyPr vert="horz" lIns="91440" tIns="45720" rIns="91440" bIns="45720" rtlCol="0" anchor="ctr">
            <a:noAutofit/>
          </a:bodyPr>
          <a:lstStyle>
            <a:lvl1pPr algn="r">
              <a:defRPr sz="1200">
                <a:solidFill>
                  <a:schemeClr val="accent2"/>
                </a:solidFill>
                <a:latin typeface="+mn-lt"/>
              </a:defRPr>
            </a:lvl1pPr>
          </a:lstStyle>
          <a:p>
            <a:fld id="{294A09A9-5501-47C1-A89A-A340965A2BE2}" type="slidenum">
              <a:rPr lang="en-US" smtClean="0"/>
              <a:pPr/>
              <a:t>‹#›</a:t>
            </a:fld>
            <a:endParaRPr lang="en-US"/>
          </a:p>
        </p:txBody>
      </p:sp>
    </p:spTree>
    <p:extLst>
      <p:ext uri="{BB962C8B-B14F-4D97-AF65-F5344CB8AC3E}">
        <p14:creationId xmlns:p14="http://schemas.microsoft.com/office/powerpoint/2010/main" val="24912667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Title and Left Image">
    <p:spTree>
      <p:nvGrpSpPr>
        <p:cNvPr id="1" name=""/>
        <p:cNvGrpSpPr/>
        <p:nvPr/>
      </p:nvGrpSpPr>
      <p:grpSpPr>
        <a:xfrm>
          <a:off x="0" y="0"/>
          <a:ext cx="0" cy="0"/>
          <a:chOff x="0" y="0"/>
          <a:chExt cx="0" cy="0"/>
        </a:xfrm>
      </p:grpSpPr>
      <p:grpSp>
        <p:nvGrpSpPr>
          <p:cNvPr id="13" name="Group 12">
            <a:extLst>
              <a:ext uri="{FF2B5EF4-FFF2-40B4-BE49-F238E27FC236}">
                <a16:creationId xmlns:a16="http://schemas.microsoft.com/office/drawing/2014/main" id="{AC10D125-AB73-D276-4947-94204736A30D}"/>
              </a:ext>
              <a:ext uri="{C183D7F6-B498-43B3-948B-1728B52AA6E4}">
                <adec:decorative xmlns:adec="http://schemas.microsoft.com/office/drawing/2017/decorative" val="1"/>
              </a:ext>
            </a:extLst>
          </p:cNvPr>
          <p:cNvGrpSpPr/>
          <p:nvPr userDrawn="1"/>
        </p:nvGrpSpPr>
        <p:grpSpPr>
          <a:xfrm>
            <a:off x="1" y="0"/>
            <a:ext cx="12191999" cy="6858000"/>
            <a:chOff x="1" y="0"/>
            <a:chExt cx="12191999" cy="6858000"/>
          </a:xfrm>
        </p:grpSpPr>
        <p:sp>
          <p:nvSpPr>
            <p:cNvPr id="4" name="Freeform 3">
              <a:extLst>
                <a:ext uri="{FF2B5EF4-FFF2-40B4-BE49-F238E27FC236}">
                  <a16:creationId xmlns:a16="http://schemas.microsoft.com/office/drawing/2014/main" id="{6A7F6A3F-E1DD-A246-9A6D-5F9B18BA2588}"/>
                </a:ext>
                <a:ext uri="{C183D7F6-B498-43B3-948B-1728B52AA6E4}">
                  <adec:decorative xmlns:adec="http://schemas.microsoft.com/office/drawing/2017/decorative" val="1"/>
                </a:ext>
              </a:extLst>
            </p:cNvPr>
            <p:cNvSpPr/>
            <p:nvPr userDrawn="1"/>
          </p:nvSpPr>
          <p:spPr>
            <a:xfrm flipH="1">
              <a:off x="8580896" y="1"/>
              <a:ext cx="3611104" cy="3611104"/>
            </a:xfrm>
            <a:custGeom>
              <a:avLst/>
              <a:gdLst>
                <a:gd name="connsiteX0" fmla="*/ 0 w 1167493"/>
                <a:gd name="connsiteY0" fmla="*/ 0 h 1167493"/>
                <a:gd name="connsiteX1" fmla="*/ 1167493 w 1167493"/>
                <a:gd name="connsiteY1" fmla="*/ 0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lnTo>
                    <a:pt x="1167493" y="0"/>
                  </a:lnTo>
                  <a:cubicBezTo>
                    <a:pt x="522704" y="0"/>
                    <a:pt x="0" y="522704"/>
                    <a:pt x="0" y="1167493"/>
                  </a:cubicBez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 name="Freeform 4">
              <a:extLst>
                <a:ext uri="{FF2B5EF4-FFF2-40B4-BE49-F238E27FC236}">
                  <a16:creationId xmlns:a16="http://schemas.microsoft.com/office/drawing/2014/main" id="{055FD0FC-C8FF-6741-A364-A29CDC6F9495}"/>
                </a:ext>
                <a:ext uri="{C183D7F6-B498-43B3-948B-1728B52AA6E4}">
                  <adec:decorative xmlns:adec="http://schemas.microsoft.com/office/drawing/2017/decorative" val="1"/>
                </a:ext>
              </a:extLst>
            </p:cNvPr>
            <p:cNvSpPr/>
            <p:nvPr userDrawn="1"/>
          </p:nvSpPr>
          <p:spPr>
            <a:xfrm flipH="1">
              <a:off x="8580896" y="3246896"/>
              <a:ext cx="3611104" cy="3611104"/>
            </a:xfrm>
            <a:custGeom>
              <a:avLst/>
              <a:gdLst>
                <a:gd name="connsiteX0" fmla="*/ 0 w 1167493"/>
                <a:gd name="connsiteY0" fmla="*/ 0 h 1167493"/>
                <a:gd name="connsiteX1" fmla="*/ 1167493 w 1167493"/>
                <a:gd name="connsiteY1" fmla="*/ 1167493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cubicBezTo>
                    <a:pt x="0" y="644789"/>
                    <a:pt x="522704" y="1167493"/>
                    <a:pt x="1167493" y="1167493"/>
                  </a:cubicBezTo>
                  <a:lnTo>
                    <a:pt x="0" y="1167493"/>
                  </a:ln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latin typeface="+mn-lt"/>
              </a:endParaRPr>
            </a:p>
          </p:txBody>
        </p:sp>
        <p:sp>
          <p:nvSpPr>
            <p:cNvPr id="6" name="Freeform 5">
              <a:extLst>
                <a:ext uri="{FF2B5EF4-FFF2-40B4-BE49-F238E27FC236}">
                  <a16:creationId xmlns:a16="http://schemas.microsoft.com/office/drawing/2014/main" id="{D11C9832-A021-954E-A34F-2988D1189AE9}"/>
                </a:ext>
                <a:ext uri="{C183D7F6-B498-43B3-948B-1728B52AA6E4}">
                  <adec:decorative xmlns:adec="http://schemas.microsoft.com/office/drawing/2017/decorative" val="1"/>
                </a:ext>
              </a:extLst>
            </p:cNvPr>
            <p:cNvSpPr/>
            <p:nvPr userDrawn="1"/>
          </p:nvSpPr>
          <p:spPr>
            <a:xfrm>
              <a:off x="1" y="0"/>
              <a:ext cx="933856" cy="933856"/>
            </a:xfrm>
            <a:custGeom>
              <a:avLst/>
              <a:gdLst>
                <a:gd name="connsiteX0" fmla="*/ 0 w 862693"/>
                <a:gd name="connsiteY0" fmla="*/ 0 h 862693"/>
                <a:gd name="connsiteX1" fmla="*/ 862693 w 862693"/>
                <a:gd name="connsiteY1" fmla="*/ 0 h 862693"/>
                <a:gd name="connsiteX2" fmla="*/ 0 w 862693"/>
                <a:gd name="connsiteY2" fmla="*/ 862693 h 862693"/>
                <a:gd name="connsiteX3" fmla="*/ 0 w 862693"/>
                <a:gd name="connsiteY3" fmla="*/ 0 h 862693"/>
              </a:gdLst>
              <a:ahLst/>
              <a:cxnLst>
                <a:cxn ang="0">
                  <a:pos x="connsiteX0" y="connsiteY0"/>
                </a:cxn>
                <a:cxn ang="0">
                  <a:pos x="connsiteX1" y="connsiteY1"/>
                </a:cxn>
                <a:cxn ang="0">
                  <a:pos x="connsiteX2" y="connsiteY2"/>
                </a:cxn>
                <a:cxn ang="0">
                  <a:pos x="connsiteX3" y="connsiteY3"/>
                </a:cxn>
              </a:cxnLst>
              <a:rect l="l" t="t" r="r" b="b"/>
              <a:pathLst>
                <a:path w="862693" h="862693">
                  <a:moveTo>
                    <a:pt x="0" y="0"/>
                  </a:moveTo>
                  <a:lnTo>
                    <a:pt x="862693" y="0"/>
                  </a:lnTo>
                  <a:cubicBezTo>
                    <a:pt x="862693" y="476453"/>
                    <a:pt x="476452" y="862693"/>
                    <a:pt x="0" y="862693"/>
                  </a:cubicBez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nvGrpSpPr>
            <p:cNvPr id="9" name="Group 8">
              <a:extLst>
                <a:ext uri="{FF2B5EF4-FFF2-40B4-BE49-F238E27FC236}">
                  <a16:creationId xmlns:a16="http://schemas.microsoft.com/office/drawing/2014/main" id="{9861BC34-DFBF-2D4F-B463-FCFBC08391FF}"/>
                </a:ext>
                <a:ext uri="{C183D7F6-B498-43B3-948B-1728B52AA6E4}">
                  <adec:decorative xmlns:adec="http://schemas.microsoft.com/office/drawing/2017/decorative" val="1"/>
                </a:ext>
              </a:extLst>
            </p:cNvPr>
            <p:cNvGrpSpPr/>
            <p:nvPr userDrawn="1"/>
          </p:nvGrpSpPr>
          <p:grpSpPr>
            <a:xfrm>
              <a:off x="8082092" y="5590903"/>
              <a:ext cx="1572380" cy="1267097"/>
              <a:chOff x="7413403" y="4976359"/>
              <a:chExt cx="2334986" cy="1881641"/>
            </a:xfrm>
          </p:grpSpPr>
          <p:sp>
            <p:nvSpPr>
              <p:cNvPr id="7" name="Freeform 6">
                <a:extLst>
                  <a:ext uri="{FF2B5EF4-FFF2-40B4-BE49-F238E27FC236}">
                    <a16:creationId xmlns:a16="http://schemas.microsoft.com/office/drawing/2014/main" id="{55C37C19-F268-4A43-A0D4-3B1B38D48952}"/>
                  </a:ext>
                </a:extLst>
              </p:cNvPr>
              <p:cNvSpPr/>
              <p:nvPr userDrawn="1"/>
            </p:nvSpPr>
            <p:spPr>
              <a:xfrm rot="5400000" flipH="1" flipV="1">
                <a:off x="8223822"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latin typeface="+mn-lt"/>
                </a:endParaRPr>
              </a:p>
            </p:txBody>
          </p:sp>
          <p:sp>
            <p:nvSpPr>
              <p:cNvPr id="8" name="Freeform 7">
                <a:extLst>
                  <a:ext uri="{FF2B5EF4-FFF2-40B4-BE49-F238E27FC236}">
                    <a16:creationId xmlns:a16="http://schemas.microsoft.com/office/drawing/2014/main" id="{E4F760E5-9D5D-E44F-AEBF-20CA8DE87D11}"/>
                  </a:ext>
                </a:extLst>
              </p:cNvPr>
              <p:cNvSpPr/>
              <p:nvPr userDrawn="1"/>
            </p:nvSpPr>
            <p:spPr>
              <a:xfrm rot="16200000" flipV="1">
                <a:off x="7056329"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latin typeface="+mn-lt"/>
                </a:endParaRPr>
              </a:p>
            </p:txBody>
          </p:sp>
        </p:grpSp>
      </p:grpSp>
      <p:sp>
        <p:nvSpPr>
          <p:cNvPr id="2" name="Title 1">
            <a:extLst>
              <a:ext uri="{FF2B5EF4-FFF2-40B4-BE49-F238E27FC236}">
                <a16:creationId xmlns:a16="http://schemas.microsoft.com/office/drawing/2014/main" id="{3CD97974-B93C-4C96-B3F6-F69E3D6DE6CA}"/>
              </a:ext>
            </a:extLst>
          </p:cNvPr>
          <p:cNvSpPr>
            <a:spLocks noGrp="1"/>
          </p:cNvSpPr>
          <p:nvPr>
            <p:ph type="title" hasCustomPrompt="1"/>
          </p:nvPr>
        </p:nvSpPr>
        <p:spPr>
          <a:xfrm>
            <a:off x="5943600" y="457200"/>
            <a:ext cx="5120640" cy="3200400"/>
          </a:xfrm>
        </p:spPr>
        <p:txBody>
          <a:bodyPr anchor="b" anchorCtr="0">
            <a:noAutofit/>
          </a:bodyPr>
          <a:lstStyle>
            <a:lvl1pPr>
              <a:defRPr sz="6000" b="1">
                <a:latin typeface="+mj-lt"/>
              </a:defRPr>
            </a:lvl1pPr>
          </a:lstStyle>
          <a:p>
            <a:r>
              <a:rPr lang="en-US"/>
              <a:t>Click to add title</a:t>
            </a:r>
          </a:p>
        </p:txBody>
      </p:sp>
      <p:sp>
        <p:nvSpPr>
          <p:cNvPr id="3" name="Subtitle 2">
            <a:extLst>
              <a:ext uri="{FF2B5EF4-FFF2-40B4-BE49-F238E27FC236}">
                <a16:creationId xmlns:a16="http://schemas.microsoft.com/office/drawing/2014/main" id="{8763DBBF-E63D-81E5-E7CE-32F6F2C2F935}"/>
              </a:ext>
            </a:extLst>
          </p:cNvPr>
          <p:cNvSpPr>
            <a:spLocks noGrp="1"/>
          </p:cNvSpPr>
          <p:nvPr>
            <p:ph type="subTitle" idx="1" hasCustomPrompt="1"/>
          </p:nvPr>
        </p:nvSpPr>
        <p:spPr>
          <a:xfrm>
            <a:off x="5943598" y="3657600"/>
            <a:ext cx="5120640" cy="1828800"/>
          </a:xfrm>
        </p:spPr>
        <p:txBody>
          <a:bodyPr anchor="t" anchorCtr="0">
            <a:noAutofit/>
          </a:bodyPr>
          <a:lstStyle>
            <a:lvl1pPr marL="0" indent="0" algn="l">
              <a:buNone/>
              <a:defRPr sz="3200">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add subtitle</a:t>
            </a:r>
          </a:p>
        </p:txBody>
      </p:sp>
      <p:sp>
        <p:nvSpPr>
          <p:cNvPr id="15" name="Picture Placeholder 14">
            <a:extLst>
              <a:ext uri="{FF2B5EF4-FFF2-40B4-BE49-F238E27FC236}">
                <a16:creationId xmlns:a16="http://schemas.microsoft.com/office/drawing/2014/main" id="{64033732-ADA1-C540-7276-3FF5CDEF2C5E}"/>
              </a:ext>
            </a:extLst>
          </p:cNvPr>
          <p:cNvSpPr>
            <a:spLocks noGrp="1"/>
          </p:cNvSpPr>
          <p:nvPr>
            <p:ph type="pic" sz="quarter" idx="10"/>
          </p:nvPr>
        </p:nvSpPr>
        <p:spPr>
          <a:xfrm>
            <a:off x="904238" y="1157224"/>
            <a:ext cx="4500562" cy="4521200"/>
          </a:xfrm>
          <a:prstGeom prst="ellipse">
            <a:avLst/>
          </a:prstGeom>
          <a:solidFill>
            <a:schemeClr val="accent2"/>
          </a:solidFill>
        </p:spPr>
        <p:txBody>
          <a:bodyPr/>
          <a:lstStyle>
            <a:lvl1pPr marL="0" indent="0" algn="ctr">
              <a:buNone/>
              <a:defRPr sz="2000"/>
            </a:lvl1pPr>
          </a:lstStyle>
          <a:p>
            <a:r>
              <a:rPr lang="en-US"/>
              <a:t>Click icon to add picture</a:t>
            </a:r>
          </a:p>
        </p:txBody>
      </p:sp>
      <p:sp>
        <p:nvSpPr>
          <p:cNvPr id="10" name="Date Placeholder 3">
            <a:extLst>
              <a:ext uri="{FF2B5EF4-FFF2-40B4-BE49-F238E27FC236}">
                <a16:creationId xmlns:a16="http://schemas.microsoft.com/office/drawing/2014/main" id="{7536C149-3EFE-A94E-902D-57CED00B2C0F}"/>
              </a:ext>
            </a:extLst>
          </p:cNvPr>
          <p:cNvSpPr>
            <a:spLocks noGrp="1"/>
          </p:cNvSpPr>
          <p:nvPr>
            <p:ph type="dt" sz="half" idx="2"/>
          </p:nvPr>
        </p:nvSpPr>
        <p:spPr>
          <a:xfrm>
            <a:off x="381000" y="6356350"/>
            <a:ext cx="2743200" cy="365125"/>
          </a:xfrm>
          <a:prstGeom prst="rect">
            <a:avLst/>
          </a:prstGeom>
        </p:spPr>
        <p:txBody>
          <a:bodyPr vert="horz" lIns="91440" tIns="45720" rIns="91440" bIns="45720" rtlCol="0" anchor="ctr">
            <a:noAutofit/>
          </a:bodyPr>
          <a:lstStyle>
            <a:lvl1pPr algn="l">
              <a:defRPr sz="1200">
                <a:solidFill>
                  <a:schemeClr val="accent3"/>
                </a:solidFill>
                <a:latin typeface="+mn-lt"/>
              </a:defRPr>
            </a:lvl1pPr>
          </a:lstStyle>
          <a:p>
            <a:r>
              <a:rPr lang="en-US"/>
              <a:t>9/8/20XX</a:t>
            </a:r>
          </a:p>
        </p:txBody>
      </p:sp>
      <p:sp>
        <p:nvSpPr>
          <p:cNvPr id="11" name="Footer Placeholder 4">
            <a:extLst>
              <a:ext uri="{FF2B5EF4-FFF2-40B4-BE49-F238E27FC236}">
                <a16:creationId xmlns:a16="http://schemas.microsoft.com/office/drawing/2014/main" id="{53CA1E78-F17D-F34D-9F81-0DBF44F3789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noAutofit/>
          </a:bodyPr>
          <a:lstStyle>
            <a:lvl1pPr algn="ctr">
              <a:defRPr sz="1200">
                <a:solidFill>
                  <a:schemeClr val="accent3"/>
                </a:solidFill>
                <a:latin typeface="+mn-lt"/>
              </a:defRPr>
            </a:lvl1pPr>
          </a:lstStyle>
          <a:p>
            <a:endParaRPr lang="en-US"/>
          </a:p>
        </p:txBody>
      </p:sp>
      <p:sp>
        <p:nvSpPr>
          <p:cNvPr id="12" name="Slide Number Placeholder 5">
            <a:extLst>
              <a:ext uri="{FF2B5EF4-FFF2-40B4-BE49-F238E27FC236}">
                <a16:creationId xmlns:a16="http://schemas.microsoft.com/office/drawing/2014/main" id="{1FE54918-A625-F64F-A42E-A427E9B2D489}"/>
              </a:ext>
            </a:extLst>
          </p:cNvPr>
          <p:cNvSpPr>
            <a:spLocks noGrp="1"/>
          </p:cNvSpPr>
          <p:nvPr>
            <p:ph type="sldNum" sz="quarter" idx="4"/>
          </p:nvPr>
        </p:nvSpPr>
        <p:spPr>
          <a:xfrm>
            <a:off x="10153276" y="6356350"/>
            <a:ext cx="1657723" cy="365125"/>
          </a:xfrm>
          <a:prstGeom prst="rect">
            <a:avLst/>
          </a:prstGeom>
        </p:spPr>
        <p:txBody>
          <a:bodyPr vert="horz" lIns="91440" tIns="45720" rIns="91440" bIns="45720" rtlCol="0" anchor="ctr">
            <a:noAutofit/>
          </a:bodyPr>
          <a:lstStyle>
            <a:lvl1pPr algn="r">
              <a:defRPr sz="1200">
                <a:solidFill>
                  <a:schemeClr val="accent2"/>
                </a:solidFill>
                <a:latin typeface="+mn-lt"/>
              </a:defRPr>
            </a:lvl1pPr>
          </a:lstStyle>
          <a:p>
            <a:fld id="{294A09A9-5501-47C1-A89A-A340965A2BE2}" type="slidenum">
              <a:rPr lang="en-US" smtClean="0"/>
              <a:pPr/>
              <a:t>‹#›</a:t>
            </a:fld>
            <a:endParaRPr lang="en-US"/>
          </a:p>
        </p:txBody>
      </p:sp>
    </p:spTree>
    <p:extLst>
      <p:ext uri="{BB962C8B-B14F-4D97-AF65-F5344CB8AC3E}">
        <p14:creationId xmlns:p14="http://schemas.microsoft.com/office/powerpoint/2010/main" val="382385622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content 2">
    <p:bg>
      <p:bgPr>
        <a:solidFill>
          <a:schemeClr val="accent2"/>
        </a:solidFill>
        <a:effectLst/>
      </p:bgPr>
    </p:bg>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CCEDB282-8288-C81F-52B5-048A3E80C931}"/>
              </a:ext>
              <a:ext uri="{C183D7F6-B498-43B3-948B-1728B52AA6E4}">
                <adec:decorative xmlns:adec="http://schemas.microsoft.com/office/drawing/2017/decorative" val="1"/>
              </a:ext>
            </a:extLst>
          </p:cNvPr>
          <p:cNvGrpSpPr/>
          <p:nvPr userDrawn="1"/>
        </p:nvGrpSpPr>
        <p:grpSpPr>
          <a:xfrm>
            <a:off x="0" y="-1"/>
            <a:ext cx="12208822" cy="6858003"/>
            <a:chOff x="0" y="-1"/>
            <a:chExt cx="12208822" cy="6858003"/>
          </a:xfrm>
        </p:grpSpPr>
        <p:sp>
          <p:nvSpPr>
            <p:cNvPr id="7" name="Rectangle 6">
              <a:extLst>
                <a:ext uri="{FF2B5EF4-FFF2-40B4-BE49-F238E27FC236}">
                  <a16:creationId xmlns:a16="http://schemas.microsoft.com/office/drawing/2014/main" id="{2A62587F-7496-384A-AF40-18FC8CF0709D}"/>
                </a:ext>
              </a:extLst>
            </p:cNvPr>
            <p:cNvSpPr/>
            <p:nvPr userDrawn="1"/>
          </p:nvSpPr>
          <p:spPr>
            <a:xfrm>
              <a:off x="0" y="2286002"/>
              <a:ext cx="12208822" cy="4572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11">
              <a:extLst>
                <a:ext uri="{FF2B5EF4-FFF2-40B4-BE49-F238E27FC236}">
                  <a16:creationId xmlns:a16="http://schemas.microsoft.com/office/drawing/2014/main" id="{84DB028B-A475-224B-B675-A15A56CAD0BF}"/>
                </a:ext>
              </a:extLst>
            </p:cNvPr>
            <p:cNvSpPr/>
            <p:nvPr userDrawn="1"/>
          </p:nvSpPr>
          <p:spPr>
            <a:xfrm flipH="1">
              <a:off x="8597718" y="3246896"/>
              <a:ext cx="3611104" cy="3611104"/>
            </a:xfrm>
            <a:custGeom>
              <a:avLst/>
              <a:gdLst>
                <a:gd name="connsiteX0" fmla="*/ 0 w 1167493"/>
                <a:gd name="connsiteY0" fmla="*/ 0 h 1167493"/>
                <a:gd name="connsiteX1" fmla="*/ 1167493 w 1167493"/>
                <a:gd name="connsiteY1" fmla="*/ 1167493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cubicBezTo>
                    <a:pt x="0" y="644789"/>
                    <a:pt x="522704" y="1167493"/>
                    <a:pt x="1167493" y="1167493"/>
                  </a:cubicBezTo>
                  <a:lnTo>
                    <a:pt x="0" y="1167493"/>
                  </a:lnTo>
                  <a:lnTo>
                    <a:pt x="0"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4" name="Freeform 13">
              <a:extLst>
                <a:ext uri="{FF2B5EF4-FFF2-40B4-BE49-F238E27FC236}">
                  <a16:creationId xmlns:a16="http://schemas.microsoft.com/office/drawing/2014/main" id="{61C34955-105B-4D4D-B51D-754C5D38A85D}"/>
                </a:ext>
              </a:extLst>
            </p:cNvPr>
            <p:cNvSpPr/>
            <p:nvPr userDrawn="1"/>
          </p:nvSpPr>
          <p:spPr>
            <a:xfrm>
              <a:off x="1" y="0"/>
              <a:ext cx="933856" cy="933856"/>
            </a:xfrm>
            <a:custGeom>
              <a:avLst/>
              <a:gdLst>
                <a:gd name="connsiteX0" fmla="*/ 0 w 862693"/>
                <a:gd name="connsiteY0" fmla="*/ 0 h 862693"/>
                <a:gd name="connsiteX1" fmla="*/ 862693 w 862693"/>
                <a:gd name="connsiteY1" fmla="*/ 0 h 862693"/>
                <a:gd name="connsiteX2" fmla="*/ 0 w 862693"/>
                <a:gd name="connsiteY2" fmla="*/ 862693 h 862693"/>
                <a:gd name="connsiteX3" fmla="*/ 0 w 862693"/>
                <a:gd name="connsiteY3" fmla="*/ 0 h 862693"/>
              </a:gdLst>
              <a:ahLst/>
              <a:cxnLst>
                <a:cxn ang="0">
                  <a:pos x="connsiteX0" y="connsiteY0"/>
                </a:cxn>
                <a:cxn ang="0">
                  <a:pos x="connsiteX1" y="connsiteY1"/>
                </a:cxn>
                <a:cxn ang="0">
                  <a:pos x="connsiteX2" y="connsiteY2"/>
                </a:cxn>
                <a:cxn ang="0">
                  <a:pos x="connsiteX3" y="connsiteY3"/>
                </a:cxn>
              </a:cxnLst>
              <a:rect l="l" t="t" r="r" b="b"/>
              <a:pathLst>
                <a:path w="862693" h="862693">
                  <a:moveTo>
                    <a:pt x="0" y="0"/>
                  </a:moveTo>
                  <a:lnTo>
                    <a:pt x="862693" y="0"/>
                  </a:lnTo>
                  <a:cubicBezTo>
                    <a:pt x="862693" y="476453"/>
                    <a:pt x="476452" y="862693"/>
                    <a:pt x="0" y="862693"/>
                  </a:cubicBez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5" name="Freeform 14">
              <a:extLst>
                <a:ext uri="{FF2B5EF4-FFF2-40B4-BE49-F238E27FC236}">
                  <a16:creationId xmlns:a16="http://schemas.microsoft.com/office/drawing/2014/main" id="{2734DEB1-EC02-2E42-9292-4ADD115060A5}"/>
                </a:ext>
              </a:extLst>
            </p:cNvPr>
            <p:cNvSpPr/>
            <p:nvPr userDrawn="1"/>
          </p:nvSpPr>
          <p:spPr>
            <a:xfrm rot="5400000" flipH="1" flipV="1">
              <a:off x="10344100" y="438098"/>
              <a:ext cx="2285999" cy="1409801"/>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13" name="Title 1">
            <a:extLst>
              <a:ext uri="{FF2B5EF4-FFF2-40B4-BE49-F238E27FC236}">
                <a16:creationId xmlns:a16="http://schemas.microsoft.com/office/drawing/2014/main" id="{5E932F0D-7FC3-634B-932C-3625C16C8DE2}"/>
              </a:ext>
            </a:extLst>
          </p:cNvPr>
          <p:cNvSpPr>
            <a:spLocks noGrp="1"/>
          </p:cNvSpPr>
          <p:nvPr>
            <p:ph type="title" hasCustomPrompt="1"/>
          </p:nvPr>
        </p:nvSpPr>
        <p:spPr>
          <a:xfrm>
            <a:off x="1167492" y="45085"/>
            <a:ext cx="9779183" cy="1600835"/>
          </a:xfrm>
        </p:spPr>
        <p:txBody>
          <a:bodyPr anchor="b">
            <a:noAutofit/>
          </a:bodyPr>
          <a:lstStyle>
            <a:lvl1pPr>
              <a:defRPr sz="4200" b="1">
                <a:latin typeface="+mj-lt"/>
              </a:defRPr>
            </a:lvl1pPr>
          </a:lstStyle>
          <a:p>
            <a:r>
              <a:rPr lang="en-US"/>
              <a:t>Click to add title</a:t>
            </a:r>
          </a:p>
        </p:txBody>
      </p:sp>
      <p:sp>
        <p:nvSpPr>
          <p:cNvPr id="3" name="Content Placeholder 2">
            <a:extLst>
              <a:ext uri="{FF2B5EF4-FFF2-40B4-BE49-F238E27FC236}">
                <a16:creationId xmlns:a16="http://schemas.microsoft.com/office/drawing/2014/main" id="{CA1EED44-783E-8705-4119-D7E9F7D4F2B4}"/>
              </a:ext>
            </a:extLst>
          </p:cNvPr>
          <p:cNvSpPr>
            <a:spLocks noGrp="1"/>
          </p:cNvSpPr>
          <p:nvPr>
            <p:ph idx="14" hasCustomPrompt="1"/>
          </p:nvPr>
        </p:nvSpPr>
        <p:spPr>
          <a:xfrm>
            <a:off x="1166087" y="2652713"/>
            <a:ext cx="9780587" cy="3436936"/>
          </a:xfrm>
        </p:spPr>
        <p:txBody>
          <a:bodyPr>
            <a:normAutofit/>
          </a:bodyPr>
          <a:lstStyle>
            <a:lvl1pPr marL="342900" indent="-283464">
              <a:spcBef>
                <a:spcPts val="1000"/>
              </a:spcBef>
              <a:buFont typeface="Arial" panose="020B0604020202020204" pitchFamily="34" charset="0"/>
              <a:buChar char="•"/>
              <a:defRPr sz="2000">
                <a:solidFill>
                  <a:schemeClr val="bg1"/>
                </a:solidFill>
                <a:latin typeface="+mn-lt"/>
              </a:defRPr>
            </a:lvl1pPr>
            <a:lvl2pPr marL="566928" indent="-283464">
              <a:spcBef>
                <a:spcPts val="1000"/>
              </a:spcBef>
              <a:buFont typeface="Arial" panose="020B0604020202020204" pitchFamily="34" charset="0"/>
              <a:buChar char="•"/>
              <a:defRPr sz="2000">
                <a:solidFill>
                  <a:schemeClr val="bg1"/>
                </a:solidFill>
                <a:latin typeface="+mn-lt"/>
              </a:defRPr>
            </a:lvl2pPr>
            <a:lvl3pPr marL="850392" indent="-283464">
              <a:spcBef>
                <a:spcPts val="1000"/>
              </a:spcBef>
              <a:buFont typeface="Arial" panose="020B0604020202020204" pitchFamily="34" charset="0"/>
              <a:buChar char="•"/>
              <a:defRPr sz="2000">
                <a:solidFill>
                  <a:schemeClr val="bg1"/>
                </a:solidFill>
                <a:latin typeface="+mn-lt"/>
              </a:defRPr>
            </a:lvl3pPr>
            <a:lvl4pPr marL="1097280" indent="-283464">
              <a:spcBef>
                <a:spcPts val="1000"/>
              </a:spcBef>
              <a:buFont typeface="Arial" panose="020B0604020202020204" pitchFamily="34" charset="0"/>
              <a:buChar char="•"/>
              <a:defRPr sz="2000">
                <a:solidFill>
                  <a:schemeClr val="bg1"/>
                </a:solidFill>
                <a:latin typeface="+mn-lt"/>
              </a:defRPr>
            </a:lvl4pPr>
            <a:lvl5pPr marL="1371600" indent="-283464">
              <a:spcBef>
                <a:spcPts val="1000"/>
              </a:spcBef>
              <a:buFont typeface="Arial" panose="020B0604020202020204" pitchFamily="34" charset="0"/>
              <a:buChar char="•"/>
              <a:defRPr sz="2000">
                <a:solidFill>
                  <a:schemeClr val="bg1"/>
                </a:solidFill>
                <a:latin typeface="+mn-lt"/>
              </a:defRPr>
            </a:lvl5pPr>
          </a:lstStyle>
          <a:p>
            <a:pPr lvl="0"/>
            <a:r>
              <a:rPr lang="en-US"/>
              <a:t>Click to add text</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E95D4F5-F69B-42F6-8A9D-330F696E144B}"/>
              </a:ext>
            </a:extLst>
          </p:cNvPr>
          <p:cNvSpPr>
            <a:spLocks noGrp="1"/>
          </p:cNvSpPr>
          <p:nvPr>
            <p:ph type="dt" sz="half" idx="10"/>
          </p:nvPr>
        </p:nvSpPr>
        <p:spPr/>
        <p:txBody>
          <a:bodyPr>
            <a:noAutofit/>
          </a:bodyPr>
          <a:lstStyle>
            <a:lvl1pPr>
              <a:defRPr>
                <a:solidFill>
                  <a:schemeClr val="accent2"/>
                </a:solidFill>
                <a:latin typeface="+mn-lt"/>
              </a:defRPr>
            </a:lvl1pPr>
          </a:lstStyle>
          <a:p>
            <a:r>
              <a:rPr lang="en-US"/>
              <a:t>9/8/20XX</a:t>
            </a:r>
          </a:p>
        </p:txBody>
      </p:sp>
      <p:sp>
        <p:nvSpPr>
          <p:cNvPr id="5" name="Footer Placeholder 4">
            <a:extLst>
              <a:ext uri="{FF2B5EF4-FFF2-40B4-BE49-F238E27FC236}">
                <a16:creationId xmlns:a16="http://schemas.microsoft.com/office/drawing/2014/main" id="{FA79A23A-2238-4904-8692-9F2DAE8B8FC9}"/>
              </a:ext>
            </a:extLst>
          </p:cNvPr>
          <p:cNvSpPr>
            <a:spLocks noGrp="1"/>
          </p:cNvSpPr>
          <p:nvPr>
            <p:ph type="ftr" sz="quarter" idx="11"/>
          </p:nvPr>
        </p:nvSpPr>
        <p:spPr/>
        <p:txBody>
          <a:bodyPr>
            <a:noAutofit/>
          </a:bodyPr>
          <a:lstStyle>
            <a:lvl1pPr>
              <a:defRPr>
                <a:solidFill>
                  <a:schemeClr val="accent2"/>
                </a:solidFill>
                <a:latin typeface="+mn-lt"/>
              </a:defRPr>
            </a:lvl1pPr>
          </a:lstStyle>
          <a:p>
            <a:endParaRPr lang="en-US"/>
          </a:p>
        </p:txBody>
      </p:sp>
      <p:sp>
        <p:nvSpPr>
          <p:cNvPr id="6" name="Slide Number Placeholder 5">
            <a:extLst>
              <a:ext uri="{FF2B5EF4-FFF2-40B4-BE49-F238E27FC236}">
                <a16:creationId xmlns:a16="http://schemas.microsoft.com/office/drawing/2014/main" id="{DB69FC35-DDC8-45FB-8ACB-21C15F57C1F1}"/>
              </a:ext>
            </a:extLst>
          </p:cNvPr>
          <p:cNvSpPr>
            <a:spLocks noGrp="1"/>
          </p:cNvSpPr>
          <p:nvPr>
            <p:ph type="sldNum" sz="quarter" idx="12"/>
          </p:nvPr>
        </p:nvSpPr>
        <p:spPr>
          <a:xfrm>
            <a:off x="10206318" y="6356350"/>
            <a:ext cx="1604682" cy="365125"/>
          </a:xfrm>
        </p:spPr>
        <p:txBody>
          <a:bodyPr>
            <a:noAutofit/>
          </a:bodyPr>
          <a:lstStyle>
            <a:lvl1pPr>
              <a:defRPr>
                <a:solidFill>
                  <a:schemeClr val="accent3"/>
                </a:solidFill>
                <a:latin typeface="+mn-lt"/>
              </a:defRPr>
            </a:lvl1pPr>
          </a:lstStyle>
          <a:p>
            <a:fld id="{294A09A9-5501-47C1-A89A-A340965A2BE2}" type="slidenum">
              <a:rPr lang="en-US" smtClean="0"/>
              <a:pPr/>
              <a:t>‹#›</a:t>
            </a:fld>
            <a:endParaRPr lang="en-US"/>
          </a:p>
        </p:txBody>
      </p:sp>
    </p:spTree>
    <p:extLst>
      <p:ext uri="{BB962C8B-B14F-4D97-AF65-F5344CB8AC3E}">
        <p14:creationId xmlns:p14="http://schemas.microsoft.com/office/powerpoint/2010/main" val="288317691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 preserve="1">
  <p:cSld name="Section title">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95FBCE6F-2AA9-31FE-8148-33B480735599}"/>
              </a:ext>
              <a:ext uri="{C183D7F6-B498-43B3-948B-1728B52AA6E4}">
                <adec:decorative xmlns:adec="http://schemas.microsoft.com/office/drawing/2017/decorative" val="1"/>
              </a:ext>
            </a:extLst>
          </p:cNvPr>
          <p:cNvGrpSpPr/>
          <p:nvPr userDrawn="1"/>
        </p:nvGrpSpPr>
        <p:grpSpPr>
          <a:xfrm>
            <a:off x="0" y="0"/>
            <a:ext cx="12192000" cy="6858000"/>
            <a:chOff x="0" y="0"/>
            <a:chExt cx="12192000" cy="6858000"/>
          </a:xfrm>
        </p:grpSpPr>
        <p:sp>
          <p:nvSpPr>
            <p:cNvPr id="23" name="Freeform 22">
              <a:extLst>
                <a:ext uri="{FF2B5EF4-FFF2-40B4-BE49-F238E27FC236}">
                  <a16:creationId xmlns:a16="http://schemas.microsoft.com/office/drawing/2014/main" id="{067EACEC-C2DD-EA42-8504-176673AD1F20}"/>
                </a:ext>
              </a:extLst>
            </p:cNvPr>
            <p:cNvSpPr/>
            <p:nvPr userDrawn="1"/>
          </p:nvSpPr>
          <p:spPr>
            <a:xfrm>
              <a:off x="0" y="0"/>
              <a:ext cx="8025490" cy="6858000"/>
            </a:xfrm>
            <a:custGeom>
              <a:avLst/>
              <a:gdLst>
                <a:gd name="connsiteX0" fmla="*/ 0 w 8025490"/>
                <a:gd name="connsiteY0" fmla="*/ 0 h 6858000"/>
                <a:gd name="connsiteX1" fmla="*/ 4596490 w 8025490"/>
                <a:gd name="connsiteY1" fmla="*/ 0 h 6858000"/>
                <a:gd name="connsiteX2" fmla="*/ 8025490 w 8025490"/>
                <a:gd name="connsiteY2" fmla="*/ 3429000 h 6858000"/>
                <a:gd name="connsiteX3" fmla="*/ 4596490 w 8025490"/>
                <a:gd name="connsiteY3" fmla="*/ 6858000 h 6858000"/>
                <a:gd name="connsiteX4" fmla="*/ 0 w 8025490"/>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25490" h="6858000">
                  <a:moveTo>
                    <a:pt x="0" y="0"/>
                  </a:moveTo>
                  <a:lnTo>
                    <a:pt x="4596490" y="0"/>
                  </a:lnTo>
                  <a:cubicBezTo>
                    <a:pt x="6490274" y="0"/>
                    <a:pt x="8025490" y="1535216"/>
                    <a:pt x="8025490" y="3429000"/>
                  </a:cubicBezTo>
                  <a:cubicBezTo>
                    <a:pt x="8025490" y="5322784"/>
                    <a:pt x="6490274" y="6858000"/>
                    <a:pt x="4596490" y="6858000"/>
                  </a:cubicBezTo>
                  <a:lnTo>
                    <a:pt x="0" y="685800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nvGrpSpPr>
            <p:cNvPr id="6" name="Group 5">
              <a:extLst>
                <a:ext uri="{FF2B5EF4-FFF2-40B4-BE49-F238E27FC236}">
                  <a16:creationId xmlns:a16="http://schemas.microsoft.com/office/drawing/2014/main" id="{89843C7E-5704-7A46-8974-F3BFA42E7310}"/>
                </a:ext>
              </a:extLst>
            </p:cNvPr>
            <p:cNvGrpSpPr/>
            <p:nvPr userDrawn="1"/>
          </p:nvGrpSpPr>
          <p:grpSpPr>
            <a:xfrm rot="16200000">
              <a:off x="8286528" y="2207195"/>
              <a:ext cx="3032351" cy="2443610"/>
              <a:chOff x="9857014" y="13834"/>
              <a:chExt cx="2334986" cy="1881641"/>
            </a:xfrm>
          </p:grpSpPr>
          <p:sp>
            <p:nvSpPr>
              <p:cNvPr id="15" name="Freeform 14">
                <a:extLst>
                  <a:ext uri="{FF2B5EF4-FFF2-40B4-BE49-F238E27FC236}">
                    <a16:creationId xmlns:a16="http://schemas.microsoft.com/office/drawing/2014/main" id="{EFBF1E52-11FA-DC48-B7AD-75734232FFE8}"/>
                  </a:ext>
                </a:extLst>
              </p:cNvPr>
              <p:cNvSpPr/>
              <p:nvPr userDrawn="1"/>
            </p:nvSpPr>
            <p:spPr>
              <a:xfrm rot="5400000" flipH="1" flipV="1">
                <a:off x="10667433" y="370908"/>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6" name="Freeform 15">
                <a:extLst>
                  <a:ext uri="{FF2B5EF4-FFF2-40B4-BE49-F238E27FC236}">
                    <a16:creationId xmlns:a16="http://schemas.microsoft.com/office/drawing/2014/main" id="{4850B620-49F5-3748-84AF-682555D52792}"/>
                  </a:ext>
                </a:extLst>
              </p:cNvPr>
              <p:cNvSpPr/>
              <p:nvPr userDrawn="1"/>
            </p:nvSpPr>
            <p:spPr>
              <a:xfrm rot="16200000" flipV="1">
                <a:off x="9499940" y="370908"/>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17" name="Freeform 16">
              <a:extLst>
                <a:ext uri="{FF2B5EF4-FFF2-40B4-BE49-F238E27FC236}">
                  <a16:creationId xmlns:a16="http://schemas.microsoft.com/office/drawing/2014/main" id="{0B179973-08D2-EF40-B516-35E75E906394}"/>
                </a:ext>
              </a:extLst>
            </p:cNvPr>
            <p:cNvSpPr/>
            <p:nvPr userDrawn="1"/>
          </p:nvSpPr>
          <p:spPr>
            <a:xfrm flipH="1">
              <a:off x="8580896" y="1"/>
              <a:ext cx="3611104" cy="3611104"/>
            </a:xfrm>
            <a:custGeom>
              <a:avLst/>
              <a:gdLst>
                <a:gd name="connsiteX0" fmla="*/ 0 w 1167493"/>
                <a:gd name="connsiteY0" fmla="*/ 0 h 1167493"/>
                <a:gd name="connsiteX1" fmla="*/ 1167493 w 1167493"/>
                <a:gd name="connsiteY1" fmla="*/ 0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lnTo>
                    <a:pt x="1167493" y="0"/>
                  </a:lnTo>
                  <a:cubicBezTo>
                    <a:pt x="522704" y="0"/>
                    <a:pt x="0" y="522704"/>
                    <a:pt x="0" y="1167493"/>
                  </a:cubicBez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8" name="Freeform 17">
              <a:extLst>
                <a:ext uri="{FF2B5EF4-FFF2-40B4-BE49-F238E27FC236}">
                  <a16:creationId xmlns:a16="http://schemas.microsoft.com/office/drawing/2014/main" id="{6C811FF3-E48A-194D-8022-65F8C3A17449}"/>
                </a:ext>
              </a:extLst>
            </p:cNvPr>
            <p:cNvSpPr/>
            <p:nvPr userDrawn="1"/>
          </p:nvSpPr>
          <p:spPr>
            <a:xfrm flipH="1">
              <a:off x="8580896" y="3246896"/>
              <a:ext cx="3611104" cy="3611104"/>
            </a:xfrm>
            <a:custGeom>
              <a:avLst/>
              <a:gdLst>
                <a:gd name="connsiteX0" fmla="*/ 0 w 1167493"/>
                <a:gd name="connsiteY0" fmla="*/ 0 h 1167493"/>
                <a:gd name="connsiteX1" fmla="*/ 1167493 w 1167493"/>
                <a:gd name="connsiteY1" fmla="*/ 1167493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cubicBezTo>
                    <a:pt x="0" y="644789"/>
                    <a:pt x="522704" y="1167493"/>
                    <a:pt x="1167493" y="1167493"/>
                  </a:cubicBezTo>
                  <a:lnTo>
                    <a:pt x="0" y="1167493"/>
                  </a:ln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 name="Title 1">
            <a:extLst>
              <a:ext uri="{FF2B5EF4-FFF2-40B4-BE49-F238E27FC236}">
                <a16:creationId xmlns:a16="http://schemas.microsoft.com/office/drawing/2014/main" id="{494248F2-5264-4601-AA0B-6C092F77F2DD}"/>
              </a:ext>
            </a:extLst>
          </p:cNvPr>
          <p:cNvSpPr>
            <a:spLocks noGrp="1"/>
          </p:cNvSpPr>
          <p:nvPr>
            <p:ph type="ctrTitle" hasCustomPrompt="1"/>
          </p:nvPr>
        </p:nvSpPr>
        <p:spPr>
          <a:xfrm>
            <a:off x="1167494" y="177553"/>
            <a:ext cx="6245912" cy="3269447"/>
          </a:xfrm>
        </p:spPr>
        <p:txBody>
          <a:bodyPr bIns="0" anchor="b">
            <a:noAutofit/>
          </a:bodyPr>
          <a:lstStyle>
            <a:lvl1pPr algn="l">
              <a:defRPr sz="6000" b="1">
                <a:solidFill>
                  <a:schemeClr val="bg1"/>
                </a:solidFill>
                <a:latin typeface="+mj-lt"/>
              </a:defRPr>
            </a:lvl1pPr>
          </a:lstStyle>
          <a:p>
            <a:r>
              <a:rPr lang="en-US"/>
              <a:t>Click to add title</a:t>
            </a:r>
          </a:p>
        </p:txBody>
      </p:sp>
      <p:sp>
        <p:nvSpPr>
          <p:cNvPr id="3" name="Subtitle 2">
            <a:extLst>
              <a:ext uri="{FF2B5EF4-FFF2-40B4-BE49-F238E27FC236}">
                <a16:creationId xmlns:a16="http://schemas.microsoft.com/office/drawing/2014/main" id="{DCFB69D3-5632-4285-A209-9DCA67DA668C}"/>
              </a:ext>
            </a:extLst>
          </p:cNvPr>
          <p:cNvSpPr>
            <a:spLocks noGrp="1"/>
          </p:cNvSpPr>
          <p:nvPr>
            <p:ph type="subTitle" idx="1" hasCustomPrompt="1"/>
          </p:nvPr>
        </p:nvSpPr>
        <p:spPr>
          <a:xfrm>
            <a:off x="1167494" y="3492896"/>
            <a:ext cx="6245912" cy="912850"/>
          </a:xfrm>
        </p:spPr>
        <p:txBody>
          <a:bodyPr anchor="ctr" anchorCtr="0">
            <a:noAutofit/>
          </a:bodyPr>
          <a:lstStyle>
            <a:lvl1pPr marL="0" indent="0" algn="l">
              <a:buNone/>
              <a:defRPr sz="3200">
                <a:solidFill>
                  <a:schemeClr val="bg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add subtitle</a:t>
            </a:r>
          </a:p>
        </p:txBody>
      </p:sp>
    </p:spTree>
    <p:extLst>
      <p:ext uri="{BB962C8B-B14F-4D97-AF65-F5344CB8AC3E}">
        <p14:creationId xmlns:p14="http://schemas.microsoft.com/office/powerpoint/2010/main" val="98652940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2 Column Content">
    <p:spTree>
      <p:nvGrpSpPr>
        <p:cNvPr id="1" name=""/>
        <p:cNvGrpSpPr/>
        <p:nvPr/>
      </p:nvGrpSpPr>
      <p:grpSpPr>
        <a:xfrm>
          <a:off x="0" y="0"/>
          <a:ext cx="0" cy="0"/>
          <a:chOff x="0" y="0"/>
          <a:chExt cx="0" cy="0"/>
        </a:xfrm>
      </p:grpSpPr>
      <p:grpSp>
        <p:nvGrpSpPr>
          <p:cNvPr id="16" name="Group 15">
            <a:extLst>
              <a:ext uri="{FF2B5EF4-FFF2-40B4-BE49-F238E27FC236}">
                <a16:creationId xmlns:a16="http://schemas.microsoft.com/office/drawing/2014/main" id="{14DB56B5-5DD7-95E3-52B2-EDC4B3F13058}"/>
              </a:ext>
              <a:ext uri="{C183D7F6-B498-43B3-948B-1728B52AA6E4}">
                <adec:decorative xmlns:adec="http://schemas.microsoft.com/office/drawing/2017/decorative" val="1"/>
              </a:ext>
            </a:extLst>
          </p:cNvPr>
          <p:cNvGrpSpPr/>
          <p:nvPr userDrawn="1"/>
        </p:nvGrpSpPr>
        <p:grpSpPr>
          <a:xfrm>
            <a:off x="1" y="0"/>
            <a:ext cx="12191999" cy="6858000"/>
            <a:chOff x="1" y="0"/>
            <a:chExt cx="12191999" cy="6858000"/>
          </a:xfrm>
        </p:grpSpPr>
        <p:sp>
          <p:nvSpPr>
            <p:cNvPr id="4" name="Freeform 3">
              <a:extLst>
                <a:ext uri="{FF2B5EF4-FFF2-40B4-BE49-F238E27FC236}">
                  <a16:creationId xmlns:a16="http://schemas.microsoft.com/office/drawing/2014/main" id="{6A7F6A3F-E1DD-A246-9A6D-5F9B18BA2588}"/>
                </a:ext>
              </a:extLst>
            </p:cNvPr>
            <p:cNvSpPr/>
            <p:nvPr userDrawn="1"/>
          </p:nvSpPr>
          <p:spPr>
            <a:xfrm flipH="1">
              <a:off x="8580896" y="1"/>
              <a:ext cx="3611104" cy="3611104"/>
            </a:xfrm>
            <a:custGeom>
              <a:avLst/>
              <a:gdLst>
                <a:gd name="connsiteX0" fmla="*/ 0 w 1167493"/>
                <a:gd name="connsiteY0" fmla="*/ 0 h 1167493"/>
                <a:gd name="connsiteX1" fmla="*/ 1167493 w 1167493"/>
                <a:gd name="connsiteY1" fmla="*/ 0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lnTo>
                    <a:pt x="1167493" y="0"/>
                  </a:lnTo>
                  <a:cubicBezTo>
                    <a:pt x="522704" y="0"/>
                    <a:pt x="0" y="522704"/>
                    <a:pt x="0" y="1167493"/>
                  </a:cubicBez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 name="Freeform 4">
              <a:extLst>
                <a:ext uri="{FF2B5EF4-FFF2-40B4-BE49-F238E27FC236}">
                  <a16:creationId xmlns:a16="http://schemas.microsoft.com/office/drawing/2014/main" id="{055FD0FC-C8FF-6741-A364-A29CDC6F9495}"/>
                </a:ext>
              </a:extLst>
            </p:cNvPr>
            <p:cNvSpPr/>
            <p:nvPr userDrawn="1"/>
          </p:nvSpPr>
          <p:spPr>
            <a:xfrm flipH="1">
              <a:off x="8580896" y="3246896"/>
              <a:ext cx="3611104" cy="3611104"/>
            </a:xfrm>
            <a:custGeom>
              <a:avLst/>
              <a:gdLst>
                <a:gd name="connsiteX0" fmla="*/ 0 w 1167493"/>
                <a:gd name="connsiteY0" fmla="*/ 0 h 1167493"/>
                <a:gd name="connsiteX1" fmla="*/ 1167493 w 1167493"/>
                <a:gd name="connsiteY1" fmla="*/ 1167493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cubicBezTo>
                    <a:pt x="0" y="644789"/>
                    <a:pt x="522704" y="1167493"/>
                    <a:pt x="1167493" y="1167493"/>
                  </a:cubicBezTo>
                  <a:lnTo>
                    <a:pt x="0" y="1167493"/>
                  </a:ln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6" name="Freeform 5">
              <a:extLst>
                <a:ext uri="{FF2B5EF4-FFF2-40B4-BE49-F238E27FC236}">
                  <a16:creationId xmlns:a16="http://schemas.microsoft.com/office/drawing/2014/main" id="{D11C9832-A021-954E-A34F-2988D1189AE9}"/>
                </a:ext>
              </a:extLst>
            </p:cNvPr>
            <p:cNvSpPr/>
            <p:nvPr userDrawn="1"/>
          </p:nvSpPr>
          <p:spPr>
            <a:xfrm>
              <a:off x="1" y="0"/>
              <a:ext cx="933856" cy="933856"/>
            </a:xfrm>
            <a:custGeom>
              <a:avLst/>
              <a:gdLst>
                <a:gd name="connsiteX0" fmla="*/ 0 w 862693"/>
                <a:gd name="connsiteY0" fmla="*/ 0 h 862693"/>
                <a:gd name="connsiteX1" fmla="*/ 862693 w 862693"/>
                <a:gd name="connsiteY1" fmla="*/ 0 h 862693"/>
                <a:gd name="connsiteX2" fmla="*/ 0 w 862693"/>
                <a:gd name="connsiteY2" fmla="*/ 862693 h 862693"/>
                <a:gd name="connsiteX3" fmla="*/ 0 w 862693"/>
                <a:gd name="connsiteY3" fmla="*/ 0 h 862693"/>
              </a:gdLst>
              <a:ahLst/>
              <a:cxnLst>
                <a:cxn ang="0">
                  <a:pos x="connsiteX0" y="connsiteY0"/>
                </a:cxn>
                <a:cxn ang="0">
                  <a:pos x="connsiteX1" y="connsiteY1"/>
                </a:cxn>
                <a:cxn ang="0">
                  <a:pos x="connsiteX2" y="connsiteY2"/>
                </a:cxn>
                <a:cxn ang="0">
                  <a:pos x="connsiteX3" y="connsiteY3"/>
                </a:cxn>
              </a:cxnLst>
              <a:rect l="l" t="t" r="r" b="b"/>
              <a:pathLst>
                <a:path w="862693" h="862693">
                  <a:moveTo>
                    <a:pt x="0" y="0"/>
                  </a:moveTo>
                  <a:lnTo>
                    <a:pt x="862693" y="0"/>
                  </a:lnTo>
                  <a:cubicBezTo>
                    <a:pt x="862693" y="476453"/>
                    <a:pt x="476452" y="862693"/>
                    <a:pt x="0" y="862693"/>
                  </a:cubicBez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nvGrpSpPr>
            <p:cNvPr id="9" name="Group 8">
              <a:extLst>
                <a:ext uri="{FF2B5EF4-FFF2-40B4-BE49-F238E27FC236}">
                  <a16:creationId xmlns:a16="http://schemas.microsoft.com/office/drawing/2014/main" id="{9861BC34-DFBF-2D4F-B463-FCFBC08391FF}"/>
                </a:ext>
              </a:extLst>
            </p:cNvPr>
            <p:cNvGrpSpPr/>
            <p:nvPr userDrawn="1"/>
          </p:nvGrpSpPr>
          <p:grpSpPr>
            <a:xfrm>
              <a:off x="8082092" y="5590903"/>
              <a:ext cx="1572380" cy="1267097"/>
              <a:chOff x="7413403" y="4976359"/>
              <a:chExt cx="2334986" cy="1881641"/>
            </a:xfrm>
          </p:grpSpPr>
          <p:sp>
            <p:nvSpPr>
              <p:cNvPr id="7" name="Freeform 6">
                <a:extLst>
                  <a:ext uri="{FF2B5EF4-FFF2-40B4-BE49-F238E27FC236}">
                    <a16:creationId xmlns:a16="http://schemas.microsoft.com/office/drawing/2014/main" id="{55C37C19-F268-4A43-A0D4-3B1B38D48952}"/>
                  </a:ext>
                </a:extLst>
              </p:cNvPr>
              <p:cNvSpPr/>
              <p:nvPr userDrawn="1"/>
            </p:nvSpPr>
            <p:spPr>
              <a:xfrm rot="5400000" flipH="1" flipV="1">
                <a:off x="8223822"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latin typeface="+mn-lt"/>
                </a:endParaRPr>
              </a:p>
            </p:txBody>
          </p:sp>
          <p:sp>
            <p:nvSpPr>
              <p:cNvPr id="8" name="Freeform 7">
                <a:extLst>
                  <a:ext uri="{FF2B5EF4-FFF2-40B4-BE49-F238E27FC236}">
                    <a16:creationId xmlns:a16="http://schemas.microsoft.com/office/drawing/2014/main" id="{E4F760E5-9D5D-E44F-AEBF-20CA8DE87D11}"/>
                  </a:ext>
                </a:extLst>
              </p:cNvPr>
              <p:cNvSpPr/>
              <p:nvPr userDrawn="1"/>
            </p:nvSpPr>
            <p:spPr>
              <a:xfrm rot="16200000" flipV="1">
                <a:off x="7056329"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latin typeface="+mn-lt"/>
                </a:endParaRPr>
              </a:p>
            </p:txBody>
          </p:sp>
        </p:grpSp>
      </p:grpSp>
      <p:sp>
        <p:nvSpPr>
          <p:cNvPr id="2" name="Title 1">
            <a:extLst>
              <a:ext uri="{FF2B5EF4-FFF2-40B4-BE49-F238E27FC236}">
                <a16:creationId xmlns:a16="http://schemas.microsoft.com/office/drawing/2014/main" id="{3CD97974-B93C-4C96-B3F6-F69E3D6DE6CA}"/>
              </a:ext>
            </a:extLst>
          </p:cNvPr>
          <p:cNvSpPr>
            <a:spLocks noGrp="1"/>
          </p:cNvSpPr>
          <p:nvPr>
            <p:ph type="title" hasCustomPrompt="1"/>
          </p:nvPr>
        </p:nvSpPr>
        <p:spPr>
          <a:xfrm>
            <a:off x="1167492" y="136526"/>
            <a:ext cx="9601200" cy="1653371"/>
          </a:xfrm>
        </p:spPr>
        <p:txBody>
          <a:bodyPr anchor="b">
            <a:noAutofit/>
          </a:bodyPr>
          <a:lstStyle>
            <a:lvl1pPr>
              <a:defRPr sz="4200" b="1">
                <a:latin typeface="+mj-lt"/>
              </a:defRPr>
            </a:lvl1pPr>
          </a:lstStyle>
          <a:p>
            <a:r>
              <a:rPr lang="en-US"/>
              <a:t>Click to add title</a:t>
            </a:r>
          </a:p>
        </p:txBody>
      </p:sp>
      <p:sp>
        <p:nvSpPr>
          <p:cNvPr id="3" name="Content Placeholder 2">
            <a:extLst>
              <a:ext uri="{FF2B5EF4-FFF2-40B4-BE49-F238E27FC236}">
                <a16:creationId xmlns:a16="http://schemas.microsoft.com/office/drawing/2014/main" id="{8A6FC6F2-80B4-49A7-9448-33FE2DF0E967}"/>
              </a:ext>
            </a:extLst>
          </p:cNvPr>
          <p:cNvSpPr>
            <a:spLocks noGrp="1"/>
          </p:cNvSpPr>
          <p:nvPr>
            <p:ph idx="1" hasCustomPrompt="1"/>
          </p:nvPr>
        </p:nvSpPr>
        <p:spPr>
          <a:xfrm>
            <a:off x="1167493" y="2023984"/>
            <a:ext cx="4663440" cy="3332832"/>
          </a:xfrm>
        </p:spPr>
        <p:txBody>
          <a:bodyPr>
            <a:normAutofit/>
          </a:bodyPr>
          <a:lstStyle>
            <a:lvl1pPr marL="0" indent="0">
              <a:spcBef>
                <a:spcPts val="1000"/>
              </a:spcBef>
              <a:buFont typeface="Arial" panose="020B0604020202020204" pitchFamily="34" charset="0"/>
              <a:buNone/>
              <a:defRPr sz="2000">
                <a:latin typeface="+mn-lt"/>
              </a:defRPr>
            </a:lvl1pPr>
            <a:lvl2pPr marL="283464" indent="-283464">
              <a:spcBef>
                <a:spcPts val="1000"/>
              </a:spcBef>
              <a:buFont typeface="Arial" panose="020B0604020202020204" pitchFamily="34" charset="0"/>
              <a:buChar char="•"/>
              <a:defRPr sz="2000">
                <a:latin typeface="+mn-lt"/>
              </a:defRPr>
            </a:lvl2pPr>
            <a:lvl3pPr marL="566928" indent="-283464">
              <a:spcBef>
                <a:spcPts val="1000"/>
              </a:spcBef>
              <a:buFont typeface="Arial" panose="020B0604020202020204" pitchFamily="34" charset="0"/>
              <a:buChar char="•"/>
              <a:defRPr sz="2000">
                <a:latin typeface="+mn-lt"/>
              </a:defRPr>
            </a:lvl3pPr>
            <a:lvl4pPr marL="850392" indent="-283464">
              <a:spcBef>
                <a:spcPts val="1000"/>
              </a:spcBef>
              <a:buFont typeface="Arial" panose="020B0604020202020204" pitchFamily="34" charset="0"/>
              <a:buChar char="•"/>
              <a:defRPr sz="2000">
                <a:latin typeface="+mn-lt"/>
              </a:defRPr>
            </a:lvl4pPr>
            <a:lvl5pPr marL="1133856" indent="-283464">
              <a:spcBef>
                <a:spcPts val="1000"/>
              </a:spcBef>
              <a:buFont typeface="Arial" panose="020B0604020202020204" pitchFamily="34" charset="0"/>
              <a:buChar char="•"/>
              <a:defRPr sz="2000">
                <a:latin typeface="+mn-lt"/>
              </a:defRPr>
            </a:lvl5pPr>
          </a:lstStyle>
          <a:p>
            <a:pPr lvl="0"/>
            <a:r>
              <a:rPr lang="en-US"/>
              <a:t>Click to add text</a:t>
            </a:r>
          </a:p>
          <a:p>
            <a:pPr lvl="1"/>
            <a:r>
              <a:rPr lang="en-US"/>
              <a:t>Second level</a:t>
            </a:r>
          </a:p>
          <a:p>
            <a:pPr lvl="2"/>
            <a:r>
              <a:rPr lang="en-US"/>
              <a:t>Third level</a:t>
            </a:r>
          </a:p>
          <a:p>
            <a:pPr lvl="3"/>
            <a:r>
              <a:rPr lang="en-US"/>
              <a:t>Fourth level</a:t>
            </a:r>
          </a:p>
          <a:p>
            <a:pPr lvl="4"/>
            <a:r>
              <a:rPr lang="en-US"/>
              <a:t>Fifth level</a:t>
            </a:r>
          </a:p>
        </p:txBody>
      </p:sp>
      <p:sp>
        <p:nvSpPr>
          <p:cNvPr id="13" name="Content Placeholder 2">
            <a:extLst>
              <a:ext uri="{FF2B5EF4-FFF2-40B4-BE49-F238E27FC236}">
                <a16:creationId xmlns:a16="http://schemas.microsoft.com/office/drawing/2014/main" id="{94CA559C-3355-DE44-ACF9-BDB6083C4225}"/>
              </a:ext>
            </a:extLst>
          </p:cNvPr>
          <p:cNvSpPr>
            <a:spLocks noGrp="1"/>
          </p:cNvSpPr>
          <p:nvPr>
            <p:ph idx="10" hasCustomPrompt="1"/>
          </p:nvPr>
        </p:nvSpPr>
        <p:spPr>
          <a:xfrm>
            <a:off x="6283235" y="2023984"/>
            <a:ext cx="4663440" cy="3332832"/>
          </a:xfrm>
        </p:spPr>
        <p:txBody>
          <a:bodyPr>
            <a:normAutofit/>
          </a:bodyPr>
          <a:lstStyle>
            <a:lvl1pPr marL="0" indent="0">
              <a:spcBef>
                <a:spcPts val="1000"/>
              </a:spcBef>
              <a:buFont typeface="Arial" panose="020B0604020202020204" pitchFamily="34" charset="0"/>
              <a:buNone/>
              <a:defRPr sz="2000">
                <a:latin typeface="+mn-lt"/>
              </a:defRPr>
            </a:lvl1pPr>
            <a:lvl2pPr marL="283464" indent="-283464">
              <a:spcBef>
                <a:spcPts val="1000"/>
              </a:spcBef>
              <a:buFont typeface="Arial" panose="020B0604020202020204" pitchFamily="34" charset="0"/>
              <a:buChar char="•"/>
              <a:defRPr sz="2000">
                <a:latin typeface="+mn-lt"/>
              </a:defRPr>
            </a:lvl2pPr>
            <a:lvl3pPr marL="566928" indent="-283464">
              <a:spcBef>
                <a:spcPts val="1000"/>
              </a:spcBef>
              <a:buFont typeface="Arial" panose="020B0604020202020204" pitchFamily="34" charset="0"/>
              <a:buChar char="•"/>
              <a:defRPr sz="2000">
                <a:latin typeface="+mn-lt"/>
              </a:defRPr>
            </a:lvl3pPr>
            <a:lvl4pPr marL="850392" indent="-283464">
              <a:spcBef>
                <a:spcPts val="1000"/>
              </a:spcBef>
              <a:buFont typeface="Arial" panose="020B0604020202020204" pitchFamily="34" charset="0"/>
              <a:buChar char="•"/>
              <a:defRPr sz="2000">
                <a:latin typeface="+mn-lt"/>
              </a:defRPr>
            </a:lvl4pPr>
            <a:lvl5pPr marL="1133856" indent="-283464">
              <a:spcBef>
                <a:spcPts val="1000"/>
              </a:spcBef>
              <a:buFont typeface="Arial" panose="020B0604020202020204" pitchFamily="34" charset="0"/>
              <a:buChar char="•"/>
              <a:defRPr sz="2000">
                <a:latin typeface="+mn-lt"/>
              </a:defRPr>
            </a:lvl5pPr>
          </a:lstStyle>
          <a:p>
            <a:pPr lvl="0"/>
            <a:r>
              <a:rPr lang="en-US"/>
              <a:t>Click to add text</a:t>
            </a:r>
          </a:p>
          <a:p>
            <a:pPr lvl="1"/>
            <a:r>
              <a:rPr lang="en-US"/>
              <a:t>Second level</a:t>
            </a:r>
          </a:p>
          <a:p>
            <a:pPr lvl="2"/>
            <a:r>
              <a:rPr lang="en-US"/>
              <a:t>Third level</a:t>
            </a:r>
          </a:p>
          <a:p>
            <a:pPr lvl="3"/>
            <a:r>
              <a:rPr lang="en-US"/>
              <a:t>Fourth level</a:t>
            </a:r>
          </a:p>
          <a:p>
            <a:pPr lvl="4"/>
            <a:r>
              <a:rPr lang="en-US"/>
              <a:t>Fifth level</a:t>
            </a:r>
          </a:p>
        </p:txBody>
      </p:sp>
      <p:sp>
        <p:nvSpPr>
          <p:cNvPr id="10" name="Date Placeholder 3">
            <a:extLst>
              <a:ext uri="{FF2B5EF4-FFF2-40B4-BE49-F238E27FC236}">
                <a16:creationId xmlns:a16="http://schemas.microsoft.com/office/drawing/2014/main" id="{7536C149-3EFE-A94E-902D-57CED00B2C0F}"/>
              </a:ext>
            </a:extLst>
          </p:cNvPr>
          <p:cNvSpPr>
            <a:spLocks noGrp="1"/>
          </p:cNvSpPr>
          <p:nvPr>
            <p:ph type="dt" sz="half" idx="2"/>
          </p:nvPr>
        </p:nvSpPr>
        <p:spPr>
          <a:xfrm>
            <a:off x="381000" y="6356350"/>
            <a:ext cx="2743200" cy="365125"/>
          </a:xfrm>
          <a:prstGeom prst="rect">
            <a:avLst/>
          </a:prstGeom>
        </p:spPr>
        <p:txBody>
          <a:bodyPr vert="horz" lIns="91440" tIns="45720" rIns="91440" bIns="45720" rtlCol="0" anchor="ctr">
            <a:noAutofit/>
          </a:bodyPr>
          <a:lstStyle>
            <a:lvl1pPr algn="l">
              <a:defRPr sz="1200">
                <a:solidFill>
                  <a:schemeClr val="accent3"/>
                </a:solidFill>
                <a:latin typeface="+mn-lt"/>
              </a:defRPr>
            </a:lvl1pPr>
          </a:lstStyle>
          <a:p>
            <a:r>
              <a:rPr lang="en-US"/>
              <a:t>9/8/20XX</a:t>
            </a:r>
          </a:p>
        </p:txBody>
      </p:sp>
      <p:sp>
        <p:nvSpPr>
          <p:cNvPr id="11" name="Footer Placeholder 4">
            <a:extLst>
              <a:ext uri="{FF2B5EF4-FFF2-40B4-BE49-F238E27FC236}">
                <a16:creationId xmlns:a16="http://schemas.microsoft.com/office/drawing/2014/main" id="{53CA1E78-F17D-F34D-9F81-0DBF44F3789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noAutofit/>
          </a:bodyPr>
          <a:lstStyle>
            <a:lvl1pPr algn="ctr">
              <a:defRPr sz="1200">
                <a:solidFill>
                  <a:schemeClr val="accent3"/>
                </a:solidFill>
                <a:latin typeface="+mn-lt"/>
              </a:defRPr>
            </a:lvl1pPr>
          </a:lstStyle>
          <a:p>
            <a:endParaRPr lang="en-US"/>
          </a:p>
        </p:txBody>
      </p:sp>
      <p:sp>
        <p:nvSpPr>
          <p:cNvPr id="12" name="Slide Number Placeholder 5">
            <a:extLst>
              <a:ext uri="{FF2B5EF4-FFF2-40B4-BE49-F238E27FC236}">
                <a16:creationId xmlns:a16="http://schemas.microsoft.com/office/drawing/2014/main" id="{1FE54918-A625-F64F-A42E-A427E9B2D489}"/>
              </a:ext>
            </a:extLst>
          </p:cNvPr>
          <p:cNvSpPr>
            <a:spLocks noGrp="1"/>
          </p:cNvSpPr>
          <p:nvPr>
            <p:ph type="sldNum" sz="quarter" idx="4"/>
          </p:nvPr>
        </p:nvSpPr>
        <p:spPr>
          <a:xfrm>
            <a:off x="10153276" y="6356350"/>
            <a:ext cx="1657723" cy="365125"/>
          </a:xfrm>
          <a:prstGeom prst="rect">
            <a:avLst/>
          </a:prstGeom>
        </p:spPr>
        <p:txBody>
          <a:bodyPr vert="horz" lIns="91440" tIns="45720" rIns="91440" bIns="45720" rtlCol="0" anchor="ctr">
            <a:noAutofit/>
          </a:bodyPr>
          <a:lstStyle>
            <a:lvl1pPr algn="r">
              <a:defRPr sz="1200">
                <a:solidFill>
                  <a:schemeClr val="accent2"/>
                </a:solidFill>
                <a:latin typeface="+mn-lt"/>
              </a:defRPr>
            </a:lvl1pPr>
          </a:lstStyle>
          <a:p>
            <a:fld id="{294A09A9-5501-47C1-A89A-A340965A2BE2}" type="slidenum">
              <a:rPr lang="en-US" smtClean="0"/>
              <a:pPr/>
              <a:t>‹#›</a:t>
            </a:fld>
            <a:endParaRPr lang="en-US"/>
          </a:p>
        </p:txBody>
      </p:sp>
    </p:spTree>
    <p:extLst>
      <p:ext uri="{BB962C8B-B14F-4D97-AF65-F5344CB8AC3E}">
        <p14:creationId xmlns:p14="http://schemas.microsoft.com/office/powerpoint/2010/main" val="76784350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2 content">
    <p:bg>
      <p:bgPr>
        <a:solidFill>
          <a:schemeClr val="accent1"/>
        </a:solidFill>
        <a:effectLst/>
      </p:bgPr>
    </p:bg>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1A0E8D4A-B13C-C7EE-5E27-278124A1276E}"/>
              </a:ext>
              <a:ext uri="{C183D7F6-B498-43B3-948B-1728B52AA6E4}">
                <adec:decorative xmlns:adec="http://schemas.microsoft.com/office/drawing/2017/decorative" val="1"/>
              </a:ext>
            </a:extLst>
          </p:cNvPr>
          <p:cNvGrpSpPr/>
          <p:nvPr userDrawn="1"/>
        </p:nvGrpSpPr>
        <p:grpSpPr>
          <a:xfrm>
            <a:off x="1" y="1"/>
            <a:ext cx="12191999" cy="6857999"/>
            <a:chOff x="1" y="1"/>
            <a:chExt cx="12191999" cy="6857999"/>
          </a:xfrm>
        </p:grpSpPr>
        <p:sp>
          <p:nvSpPr>
            <p:cNvPr id="4" name="Freeform 3">
              <a:extLst>
                <a:ext uri="{FF2B5EF4-FFF2-40B4-BE49-F238E27FC236}">
                  <a16:creationId xmlns:a16="http://schemas.microsoft.com/office/drawing/2014/main" id="{6A7F6A3F-E1DD-A246-9A6D-5F9B18BA2588}"/>
                </a:ext>
              </a:extLst>
            </p:cNvPr>
            <p:cNvSpPr/>
            <p:nvPr userDrawn="1"/>
          </p:nvSpPr>
          <p:spPr>
            <a:xfrm flipH="1">
              <a:off x="8580896" y="1"/>
              <a:ext cx="3611104" cy="3611104"/>
            </a:xfrm>
            <a:custGeom>
              <a:avLst/>
              <a:gdLst>
                <a:gd name="connsiteX0" fmla="*/ 0 w 1167493"/>
                <a:gd name="connsiteY0" fmla="*/ 0 h 1167493"/>
                <a:gd name="connsiteX1" fmla="*/ 1167493 w 1167493"/>
                <a:gd name="connsiteY1" fmla="*/ 0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lnTo>
                    <a:pt x="1167493" y="0"/>
                  </a:lnTo>
                  <a:cubicBezTo>
                    <a:pt x="522704" y="0"/>
                    <a:pt x="0" y="522704"/>
                    <a:pt x="0" y="1167493"/>
                  </a:cubicBezTo>
                  <a:lnTo>
                    <a:pt x="0" y="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 name="Freeform 4">
              <a:extLst>
                <a:ext uri="{FF2B5EF4-FFF2-40B4-BE49-F238E27FC236}">
                  <a16:creationId xmlns:a16="http://schemas.microsoft.com/office/drawing/2014/main" id="{055FD0FC-C8FF-6741-A364-A29CDC6F9495}"/>
                </a:ext>
              </a:extLst>
            </p:cNvPr>
            <p:cNvSpPr/>
            <p:nvPr userDrawn="1"/>
          </p:nvSpPr>
          <p:spPr>
            <a:xfrm rot="5400000" flipH="1">
              <a:off x="1" y="3246896"/>
              <a:ext cx="3611104" cy="3611104"/>
            </a:xfrm>
            <a:custGeom>
              <a:avLst/>
              <a:gdLst>
                <a:gd name="connsiteX0" fmla="*/ 0 w 1167493"/>
                <a:gd name="connsiteY0" fmla="*/ 0 h 1167493"/>
                <a:gd name="connsiteX1" fmla="*/ 1167493 w 1167493"/>
                <a:gd name="connsiteY1" fmla="*/ 1167493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cubicBezTo>
                    <a:pt x="0" y="644789"/>
                    <a:pt x="522704" y="1167493"/>
                    <a:pt x="1167493" y="1167493"/>
                  </a:cubicBezTo>
                  <a:lnTo>
                    <a:pt x="0" y="1167493"/>
                  </a:lnTo>
                  <a:lnTo>
                    <a:pt x="0" y="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 name="Title 1">
            <a:extLst>
              <a:ext uri="{FF2B5EF4-FFF2-40B4-BE49-F238E27FC236}">
                <a16:creationId xmlns:a16="http://schemas.microsoft.com/office/drawing/2014/main" id="{3CD97974-B93C-4C96-B3F6-F69E3D6DE6CA}"/>
              </a:ext>
            </a:extLst>
          </p:cNvPr>
          <p:cNvSpPr>
            <a:spLocks noGrp="1"/>
          </p:cNvSpPr>
          <p:nvPr>
            <p:ph type="title" hasCustomPrompt="1"/>
          </p:nvPr>
        </p:nvSpPr>
        <p:spPr>
          <a:xfrm>
            <a:off x="1167492" y="69008"/>
            <a:ext cx="9779183" cy="1706563"/>
          </a:xfrm>
        </p:spPr>
        <p:txBody>
          <a:bodyPr anchor="b">
            <a:noAutofit/>
          </a:bodyPr>
          <a:lstStyle>
            <a:lvl1pPr>
              <a:defRPr sz="4200" b="1">
                <a:solidFill>
                  <a:schemeClr val="bg1"/>
                </a:solidFill>
                <a:latin typeface="+mj-lt"/>
              </a:defRPr>
            </a:lvl1pPr>
          </a:lstStyle>
          <a:p>
            <a:r>
              <a:rPr lang="en-US"/>
              <a:t>Click to add title</a:t>
            </a:r>
          </a:p>
        </p:txBody>
      </p:sp>
      <p:sp>
        <p:nvSpPr>
          <p:cNvPr id="14" name="Content Placeholder 2">
            <a:extLst>
              <a:ext uri="{FF2B5EF4-FFF2-40B4-BE49-F238E27FC236}">
                <a16:creationId xmlns:a16="http://schemas.microsoft.com/office/drawing/2014/main" id="{926B296A-EB6A-9BE9-E813-B15C46524F4D}"/>
              </a:ext>
            </a:extLst>
          </p:cNvPr>
          <p:cNvSpPr>
            <a:spLocks noGrp="1"/>
          </p:cNvSpPr>
          <p:nvPr>
            <p:ph idx="12" hasCustomPrompt="1"/>
          </p:nvPr>
        </p:nvSpPr>
        <p:spPr>
          <a:xfrm>
            <a:off x="1167493" y="2023984"/>
            <a:ext cx="4663440" cy="3332832"/>
          </a:xfrm>
        </p:spPr>
        <p:txBody>
          <a:bodyPr>
            <a:normAutofit/>
          </a:bodyPr>
          <a:lstStyle>
            <a:lvl1pPr marL="530352" indent="-530352">
              <a:spcBef>
                <a:spcPts val="1000"/>
              </a:spcBef>
              <a:buFont typeface="+mj-lt"/>
              <a:buAutoNum type="arabicPeriod"/>
              <a:defRPr sz="2000">
                <a:solidFill>
                  <a:schemeClr val="bg1"/>
                </a:solidFill>
                <a:latin typeface="+mn-lt"/>
              </a:defRPr>
            </a:lvl1pPr>
            <a:lvl2pPr marL="1097280" indent="-530352">
              <a:spcBef>
                <a:spcPts val="1000"/>
              </a:spcBef>
              <a:buFont typeface="+mj-lt"/>
              <a:buAutoNum type="alphaLcPeriod"/>
              <a:defRPr sz="2000">
                <a:solidFill>
                  <a:schemeClr val="bg1"/>
                </a:solidFill>
                <a:latin typeface="+mn-lt"/>
              </a:defRPr>
            </a:lvl2pPr>
            <a:lvl3pPr marL="1645920" indent="-530352">
              <a:spcBef>
                <a:spcPts val="1000"/>
              </a:spcBef>
              <a:buFont typeface="+mj-lt"/>
              <a:buAutoNum type="arabicParenR"/>
              <a:defRPr sz="2000">
                <a:solidFill>
                  <a:schemeClr val="bg1"/>
                </a:solidFill>
                <a:latin typeface="+mn-lt"/>
              </a:defRPr>
            </a:lvl3pPr>
            <a:lvl4pPr marL="1920240" indent="-530352">
              <a:spcBef>
                <a:spcPts val="1000"/>
              </a:spcBef>
              <a:buFont typeface="+mj-lt"/>
              <a:buAutoNum type="alphaLcParenR"/>
              <a:defRPr sz="2000">
                <a:solidFill>
                  <a:schemeClr val="bg1"/>
                </a:solidFill>
                <a:latin typeface="+mn-lt"/>
              </a:defRPr>
            </a:lvl4pPr>
            <a:lvl5pPr marL="2560320" indent="-514350">
              <a:spcBef>
                <a:spcPts val="1000"/>
              </a:spcBef>
              <a:buFont typeface="+mj-lt"/>
              <a:buAutoNum type="romanLcPeriod"/>
              <a:defRPr sz="2000">
                <a:solidFill>
                  <a:schemeClr val="bg1"/>
                </a:solidFill>
                <a:latin typeface="+mn-lt"/>
              </a:defRPr>
            </a:lvl5pPr>
          </a:lstStyle>
          <a:p>
            <a:pPr lvl="0"/>
            <a:r>
              <a:rPr lang="en-US"/>
              <a:t>Click to add text</a:t>
            </a:r>
          </a:p>
          <a:p>
            <a:pPr lvl="1"/>
            <a:r>
              <a:rPr lang="en-US"/>
              <a:t>Second level</a:t>
            </a:r>
          </a:p>
          <a:p>
            <a:pPr lvl="2"/>
            <a:r>
              <a:rPr lang="en-US"/>
              <a:t>Third level</a:t>
            </a:r>
          </a:p>
          <a:p>
            <a:pPr lvl="3"/>
            <a:r>
              <a:rPr lang="en-US"/>
              <a:t>Fourth level</a:t>
            </a:r>
          </a:p>
          <a:p>
            <a:pPr lvl="4"/>
            <a:r>
              <a:rPr lang="en-US"/>
              <a:t>Fifth level</a:t>
            </a:r>
          </a:p>
        </p:txBody>
      </p:sp>
      <p:sp>
        <p:nvSpPr>
          <p:cNvPr id="9" name="Content Placeholder 2">
            <a:extLst>
              <a:ext uri="{FF2B5EF4-FFF2-40B4-BE49-F238E27FC236}">
                <a16:creationId xmlns:a16="http://schemas.microsoft.com/office/drawing/2014/main" id="{9435B7D5-E7F8-1267-8942-3C97BE836B98}"/>
              </a:ext>
            </a:extLst>
          </p:cNvPr>
          <p:cNvSpPr>
            <a:spLocks noGrp="1"/>
          </p:cNvSpPr>
          <p:nvPr>
            <p:ph idx="11" hasCustomPrompt="1"/>
          </p:nvPr>
        </p:nvSpPr>
        <p:spPr>
          <a:xfrm>
            <a:off x="6283235" y="2023984"/>
            <a:ext cx="4663440" cy="3332832"/>
          </a:xfrm>
        </p:spPr>
        <p:txBody>
          <a:bodyPr>
            <a:normAutofit/>
          </a:bodyPr>
          <a:lstStyle>
            <a:lvl1pPr marL="0" indent="0">
              <a:spcBef>
                <a:spcPts val="1000"/>
              </a:spcBef>
              <a:buFont typeface="Arial" panose="020B0604020202020204" pitchFamily="34" charset="0"/>
              <a:buNone/>
              <a:defRPr sz="2000">
                <a:solidFill>
                  <a:schemeClr val="bg1"/>
                </a:solidFill>
                <a:latin typeface="+mn-lt"/>
              </a:defRPr>
            </a:lvl1pPr>
            <a:lvl2pPr marL="283464" indent="-283464">
              <a:spcBef>
                <a:spcPts val="1000"/>
              </a:spcBef>
              <a:buFont typeface="Arial" panose="020B0604020202020204" pitchFamily="34" charset="0"/>
              <a:buChar char="•"/>
              <a:defRPr sz="2000">
                <a:solidFill>
                  <a:schemeClr val="bg1"/>
                </a:solidFill>
                <a:latin typeface="+mn-lt"/>
              </a:defRPr>
            </a:lvl2pPr>
            <a:lvl3pPr marL="566928" indent="-283464">
              <a:spcBef>
                <a:spcPts val="1000"/>
              </a:spcBef>
              <a:buFont typeface="Arial" panose="020B0604020202020204" pitchFamily="34" charset="0"/>
              <a:buChar char="•"/>
              <a:defRPr sz="2000">
                <a:solidFill>
                  <a:schemeClr val="bg1"/>
                </a:solidFill>
                <a:latin typeface="+mn-lt"/>
              </a:defRPr>
            </a:lvl3pPr>
            <a:lvl4pPr marL="850392" indent="-283464">
              <a:spcBef>
                <a:spcPts val="1000"/>
              </a:spcBef>
              <a:buFont typeface="Arial" panose="020B0604020202020204" pitchFamily="34" charset="0"/>
              <a:buChar char="•"/>
              <a:defRPr sz="2000">
                <a:solidFill>
                  <a:schemeClr val="bg1"/>
                </a:solidFill>
                <a:latin typeface="+mn-lt"/>
              </a:defRPr>
            </a:lvl4pPr>
            <a:lvl5pPr marL="1133856" indent="-283464">
              <a:spcBef>
                <a:spcPts val="1000"/>
              </a:spcBef>
              <a:buFont typeface="Arial" panose="020B0604020202020204" pitchFamily="34" charset="0"/>
              <a:buChar char="•"/>
              <a:defRPr sz="2000">
                <a:solidFill>
                  <a:schemeClr val="bg1"/>
                </a:solidFill>
                <a:latin typeface="+mn-lt"/>
              </a:defRPr>
            </a:lvl5pPr>
          </a:lstStyle>
          <a:p>
            <a:pPr lvl="0"/>
            <a:r>
              <a:rPr lang="en-US"/>
              <a:t>Click to add text</a:t>
            </a:r>
          </a:p>
          <a:p>
            <a:pPr lvl="1"/>
            <a:r>
              <a:rPr lang="en-US"/>
              <a:t>Second level</a:t>
            </a:r>
          </a:p>
          <a:p>
            <a:pPr lvl="2"/>
            <a:r>
              <a:rPr lang="en-US"/>
              <a:t>Third level</a:t>
            </a:r>
          </a:p>
          <a:p>
            <a:pPr lvl="3"/>
            <a:r>
              <a:rPr lang="en-US"/>
              <a:t>Fourth level</a:t>
            </a:r>
          </a:p>
          <a:p>
            <a:pPr lvl="4"/>
            <a:r>
              <a:rPr lang="en-US"/>
              <a:t>Fifth level</a:t>
            </a:r>
          </a:p>
        </p:txBody>
      </p:sp>
      <p:sp>
        <p:nvSpPr>
          <p:cNvPr id="10" name="Date Placeholder 3">
            <a:extLst>
              <a:ext uri="{FF2B5EF4-FFF2-40B4-BE49-F238E27FC236}">
                <a16:creationId xmlns:a16="http://schemas.microsoft.com/office/drawing/2014/main" id="{7536C149-3EFE-A94E-902D-57CED00B2C0F}"/>
              </a:ext>
            </a:extLst>
          </p:cNvPr>
          <p:cNvSpPr>
            <a:spLocks noGrp="1"/>
          </p:cNvSpPr>
          <p:nvPr>
            <p:ph type="dt" sz="half" idx="2"/>
          </p:nvPr>
        </p:nvSpPr>
        <p:spPr>
          <a:xfrm>
            <a:off x="381000" y="6356350"/>
            <a:ext cx="1701018" cy="365125"/>
          </a:xfrm>
          <a:prstGeom prst="rect">
            <a:avLst/>
          </a:prstGeom>
        </p:spPr>
        <p:txBody>
          <a:bodyPr vert="horz" lIns="91440" tIns="45720" rIns="91440" bIns="45720" rtlCol="0" anchor="ctr">
            <a:noAutofit/>
          </a:bodyPr>
          <a:lstStyle>
            <a:lvl1pPr algn="l">
              <a:defRPr sz="1200">
                <a:solidFill>
                  <a:schemeClr val="accent3"/>
                </a:solidFill>
                <a:latin typeface="+mn-lt"/>
              </a:defRPr>
            </a:lvl1pPr>
          </a:lstStyle>
          <a:p>
            <a:r>
              <a:rPr lang="en-US"/>
              <a:t>9/8/20XX</a:t>
            </a:r>
          </a:p>
        </p:txBody>
      </p:sp>
      <p:sp>
        <p:nvSpPr>
          <p:cNvPr id="11" name="Footer Placeholder 4">
            <a:extLst>
              <a:ext uri="{FF2B5EF4-FFF2-40B4-BE49-F238E27FC236}">
                <a16:creationId xmlns:a16="http://schemas.microsoft.com/office/drawing/2014/main" id="{53CA1E78-F17D-F34D-9F81-0DBF44F3789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noAutofit/>
          </a:bodyPr>
          <a:lstStyle>
            <a:lvl1pPr algn="ctr">
              <a:defRPr sz="1200">
                <a:solidFill>
                  <a:schemeClr val="accent2"/>
                </a:solidFill>
                <a:latin typeface="+mn-lt"/>
              </a:defRPr>
            </a:lvl1pPr>
          </a:lstStyle>
          <a:p>
            <a:endParaRPr lang="en-US"/>
          </a:p>
        </p:txBody>
      </p:sp>
      <p:sp>
        <p:nvSpPr>
          <p:cNvPr id="12" name="Slide Number Placeholder 5">
            <a:extLst>
              <a:ext uri="{FF2B5EF4-FFF2-40B4-BE49-F238E27FC236}">
                <a16:creationId xmlns:a16="http://schemas.microsoft.com/office/drawing/2014/main" id="{1FE54918-A625-F64F-A42E-A427E9B2D489}"/>
              </a:ext>
            </a:extLst>
          </p:cNvPr>
          <p:cNvSpPr>
            <a:spLocks noGrp="1"/>
          </p:cNvSpPr>
          <p:nvPr>
            <p:ph type="sldNum" sz="quarter" idx="4"/>
          </p:nvPr>
        </p:nvSpPr>
        <p:spPr>
          <a:xfrm>
            <a:off x="10153276" y="6356350"/>
            <a:ext cx="1657723" cy="365125"/>
          </a:xfrm>
          <a:prstGeom prst="rect">
            <a:avLst/>
          </a:prstGeom>
        </p:spPr>
        <p:txBody>
          <a:bodyPr vert="horz" lIns="91440" tIns="45720" rIns="91440" bIns="45720" rtlCol="0" anchor="ctr">
            <a:noAutofit/>
          </a:bodyPr>
          <a:lstStyle>
            <a:lvl1pPr algn="r">
              <a:defRPr sz="1200">
                <a:solidFill>
                  <a:schemeClr val="accent2"/>
                </a:solidFill>
                <a:latin typeface="+mn-lt"/>
              </a:defRPr>
            </a:lvl1pPr>
          </a:lstStyle>
          <a:p>
            <a:fld id="{294A09A9-5501-47C1-A89A-A340965A2BE2}" type="slidenum">
              <a:rPr lang="en-US" smtClean="0"/>
              <a:pPr/>
              <a:t>‹#›</a:t>
            </a:fld>
            <a:endParaRPr lang="en-US"/>
          </a:p>
        </p:txBody>
      </p:sp>
    </p:spTree>
    <p:extLst>
      <p:ext uri="{BB962C8B-B14F-4D97-AF65-F5344CB8AC3E}">
        <p14:creationId xmlns:p14="http://schemas.microsoft.com/office/powerpoint/2010/main" val="402042663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Title and Content and Image 1">
    <p:bg>
      <p:bgPr>
        <a:solidFill>
          <a:schemeClr val="accent2"/>
        </a:solidFill>
        <a:effectLst/>
      </p:bgPr>
    </p:bg>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CCEDB282-8288-C81F-52B5-048A3E80C931}"/>
              </a:ext>
              <a:ext uri="{C183D7F6-B498-43B3-948B-1728B52AA6E4}">
                <adec:decorative xmlns:adec="http://schemas.microsoft.com/office/drawing/2017/decorative" val="1"/>
              </a:ext>
            </a:extLst>
          </p:cNvPr>
          <p:cNvGrpSpPr/>
          <p:nvPr userDrawn="1"/>
        </p:nvGrpSpPr>
        <p:grpSpPr>
          <a:xfrm>
            <a:off x="0" y="0"/>
            <a:ext cx="12208822" cy="6858002"/>
            <a:chOff x="0" y="0"/>
            <a:chExt cx="12208822" cy="6858002"/>
          </a:xfrm>
        </p:grpSpPr>
        <p:sp>
          <p:nvSpPr>
            <p:cNvPr id="7" name="Rectangle 6">
              <a:extLst>
                <a:ext uri="{FF2B5EF4-FFF2-40B4-BE49-F238E27FC236}">
                  <a16:creationId xmlns:a16="http://schemas.microsoft.com/office/drawing/2014/main" id="{2A62587F-7496-384A-AF40-18FC8CF0709D}"/>
                </a:ext>
              </a:extLst>
            </p:cNvPr>
            <p:cNvSpPr/>
            <p:nvPr userDrawn="1"/>
          </p:nvSpPr>
          <p:spPr>
            <a:xfrm>
              <a:off x="0" y="2286002"/>
              <a:ext cx="12208822" cy="4572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11">
              <a:extLst>
                <a:ext uri="{FF2B5EF4-FFF2-40B4-BE49-F238E27FC236}">
                  <a16:creationId xmlns:a16="http://schemas.microsoft.com/office/drawing/2014/main" id="{84DB028B-A475-224B-B675-A15A56CAD0BF}"/>
                </a:ext>
              </a:extLst>
            </p:cNvPr>
            <p:cNvSpPr/>
            <p:nvPr userDrawn="1"/>
          </p:nvSpPr>
          <p:spPr>
            <a:xfrm flipH="1">
              <a:off x="8597718" y="3246896"/>
              <a:ext cx="3611104" cy="3611104"/>
            </a:xfrm>
            <a:custGeom>
              <a:avLst/>
              <a:gdLst>
                <a:gd name="connsiteX0" fmla="*/ 0 w 1167493"/>
                <a:gd name="connsiteY0" fmla="*/ 0 h 1167493"/>
                <a:gd name="connsiteX1" fmla="*/ 1167493 w 1167493"/>
                <a:gd name="connsiteY1" fmla="*/ 1167493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cubicBezTo>
                    <a:pt x="0" y="644789"/>
                    <a:pt x="522704" y="1167493"/>
                    <a:pt x="1167493" y="1167493"/>
                  </a:cubicBezTo>
                  <a:lnTo>
                    <a:pt x="0" y="1167493"/>
                  </a:lnTo>
                  <a:lnTo>
                    <a:pt x="0"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4" name="Freeform 13">
              <a:extLst>
                <a:ext uri="{FF2B5EF4-FFF2-40B4-BE49-F238E27FC236}">
                  <a16:creationId xmlns:a16="http://schemas.microsoft.com/office/drawing/2014/main" id="{61C34955-105B-4D4D-B51D-754C5D38A85D}"/>
                </a:ext>
              </a:extLst>
            </p:cNvPr>
            <p:cNvSpPr/>
            <p:nvPr userDrawn="1"/>
          </p:nvSpPr>
          <p:spPr>
            <a:xfrm>
              <a:off x="1" y="0"/>
              <a:ext cx="933856" cy="933856"/>
            </a:xfrm>
            <a:custGeom>
              <a:avLst/>
              <a:gdLst>
                <a:gd name="connsiteX0" fmla="*/ 0 w 862693"/>
                <a:gd name="connsiteY0" fmla="*/ 0 h 862693"/>
                <a:gd name="connsiteX1" fmla="*/ 862693 w 862693"/>
                <a:gd name="connsiteY1" fmla="*/ 0 h 862693"/>
                <a:gd name="connsiteX2" fmla="*/ 0 w 862693"/>
                <a:gd name="connsiteY2" fmla="*/ 862693 h 862693"/>
                <a:gd name="connsiteX3" fmla="*/ 0 w 862693"/>
                <a:gd name="connsiteY3" fmla="*/ 0 h 862693"/>
              </a:gdLst>
              <a:ahLst/>
              <a:cxnLst>
                <a:cxn ang="0">
                  <a:pos x="connsiteX0" y="connsiteY0"/>
                </a:cxn>
                <a:cxn ang="0">
                  <a:pos x="connsiteX1" y="connsiteY1"/>
                </a:cxn>
                <a:cxn ang="0">
                  <a:pos x="connsiteX2" y="connsiteY2"/>
                </a:cxn>
                <a:cxn ang="0">
                  <a:pos x="connsiteX3" y="connsiteY3"/>
                </a:cxn>
              </a:cxnLst>
              <a:rect l="l" t="t" r="r" b="b"/>
              <a:pathLst>
                <a:path w="862693" h="862693">
                  <a:moveTo>
                    <a:pt x="0" y="0"/>
                  </a:moveTo>
                  <a:lnTo>
                    <a:pt x="862693" y="0"/>
                  </a:lnTo>
                  <a:cubicBezTo>
                    <a:pt x="862693" y="476453"/>
                    <a:pt x="476452" y="862693"/>
                    <a:pt x="0" y="862693"/>
                  </a:cubicBez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13" name="Title 1">
            <a:extLst>
              <a:ext uri="{FF2B5EF4-FFF2-40B4-BE49-F238E27FC236}">
                <a16:creationId xmlns:a16="http://schemas.microsoft.com/office/drawing/2014/main" id="{5E932F0D-7FC3-634B-932C-3625C16C8DE2}"/>
              </a:ext>
            </a:extLst>
          </p:cNvPr>
          <p:cNvSpPr>
            <a:spLocks noGrp="1"/>
          </p:cNvSpPr>
          <p:nvPr>
            <p:ph type="title" hasCustomPrompt="1"/>
          </p:nvPr>
        </p:nvSpPr>
        <p:spPr>
          <a:xfrm>
            <a:off x="1167492" y="457200"/>
            <a:ext cx="10643508" cy="1371600"/>
          </a:xfrm>
        </p:spPr>
        <p:txBody>
          <a:bodyPr anchor="b">
            <a:noAutofit/>
          </a:bodyPr>
          <a:lstStyle>
            <a:lvl1pPr>
              <a:defRPr sz="4200" b="1">
                <a:latin typeface="+mj-lt"/>
              </a:defRPr>
            </a:lvl1pPr>
          </a:lstStyle>
          <a:p>
            <a:r>
              <a:rPr lang="en-US"/>
              <a:t>Click to add title</a:t>
            </a:r>
          </a:p>
        </p:txBody>
      </p:sp>
      <p:sp>
        <p:nvSpPr>
          <p:cNvPr id="10" name="Content Placeholder 2">
            <a:extLst>
              <a:ext uri="{FF2B5EF4-FFF2-40B4-BE49-F238E27FC236}">
                <a16:creationId xmlns:a16="http://schemas.microsoft.com/office/drawing/2014/main" id="{B07A1CF7-9B3B-E43E-830E-DAB65B608249}"/>
              </a:ext>
            </a:extLst>
          </p:cNvPr>
          <p:cNvSpPr>
            <a:spLocks noGrp="1"/>
          </p:cNvSpPr>
          <p:nvPr>
            <p:ph idx="15" hasCustomPrompt="1"/>
          </p:nvPr>
        </p:nvSpPr>
        <p:spPr>
          <a:xfrm>
            <a:off x="1166088" y="2652713"/>
            <a:ext cx="5394959" cy="3436936"/>
          </a:xfrm>
        </p:spPr>
        <p:txBody>
          <a:bodyPr>
            <a:normAutofit/>
          </a:bodyPr>
          <a:lstStyle>
            <a:lvl1pPr marL="0" indent="0">
              <a:spcBef>
                <a:spcPts val="1000"/>
              </a:spcBef>
              <a:buFont typeface="Arial" panose="020B0604020202020204" pitchFamily="34" charset="0"/>
              <a:buNone/>
              <a:defRPr sz="2000">
                <a:solidFill>
                  <a:schemeClr val="bg1"/>
                </a:solidFill>
                <a:latin typeface="+mn-lt"/>
              </a:defRPr>
            </a:lvl1pPr>
            <a:lvl2pPr marL="283464" indent="-283464">
              <a:spcBef>
                <a:spcPts val="1000"/>
              </a:spcBef>
              <a:buFont typeface="Arial" panose="020B0604020202020204" pitchFamily="34" charset="0"/>
              <a:buChar char="•"/>
              <a:defRPr sz="2000">
                <a:solidFill>
                  <a:schemeClr val="bg1"/>
                </a:solidFill>
                <a:latin typeface="+mn-lt"/>
              </a:defRPr>
            </a:lvl2pPr>
            <a:lvl3pPr marL="566928" indent="-283464">
              <a:spcBef>
                <a:spcPts val="1000"/>
              </a:spcBef>
              <a:buFont typeface="Arial" panose="020B0604020202020204" pitchFamily="34" charset="0"/>
              <a:buChar char="•"/>
              <a:defRPr sz="2000">
                <a:solidFill>
                  <a:schemeClr val="bg1"/>
                </a:solidFill>
                <a:latin typeface="+mn-lt"/>
              </a:defRPr>
            </a:lvl3pPr>
            <a:lvl4pPr marL="850392" indent="-283464">
              <a:spcBef>
                <a:spcPts val="1000"/>
              </a:spcBef>
              <a:buFont typeface="Arial" panose="020B0604020202020204" pitchFamily="34" charset="0"/>
              <a:buChar char="•"/>
              <a:defRPr sz="2000">
                <a:solidFill>
                  <a:schemeClr val="bg1"/>
                </a:solidFill>
                <a:latin typeface="+mn-lt"/>
              </a:defRPr>
            </a:lvl4pPr>
            <a:lvl5pPr marL="1133856" indent="-283464">
              <a:spcBef>
                <a:spcPts val="1000"/>
              </a:spcBef>
              <a:buFont typeface="Arial" panose="020B0604020202020204" pitchFamily="34" charset="0"/>
              <a:buChar char="•"/>
              <a:defRPr sz="2000">
                <a:solidFill>
                  <a:schemeClr val="bg1"/>
                </a:solidFill>
                <a:latin typeface="+mn-lt"/>
              </a:defRPr>
            </a:lvl5pPr>
          </a:lstStyle>
          <a:p>
            <a:pPr lvl="0"/>
            <a:r>
              <a:rPr lang="en-US"/>
              <a:t>Click to add text</a:t>
            </a:r>
          </a:p>
          <a:p>
            <a:pPr lvl="1"/>
            <a:r>
              <a:rPr lang="en-US"/>
              <a:t>Second level</a:t>
            </a:r>
          </a:p>
          <a:p>
            <a:pPr lvl="2"/>
            <a:r>
              <a:rPr lang="en-US"/>
              <a:t>Third level</a:t>
            </a:r>
          </a:p>
          <a:p>
            <a:pPr lvl="3"/>
            <a:r>
              <a:rPr lang="en-US"/>
              <a:t>Fourth level</a:t>
            </a:r>
          </a:p>
          <a:p>
            <a:pPr lvl="4"/>
            <a:r>
              <a:rPr lang="en-US"/>
              <a:t>Fifth level</a:t>
            </a:r>
          </a:p>
        </p:txBody>
      </p:sp>
      <p:sp>
        <p:nvSpPr>
          <p:cNvPr id="8" name="Picture Placeholder 14">
            <a:extLst>
              <a:ext uri="{FF2B5EF4-FFF2-40B4-BE49-F238E27FC236}">
                <a16:creationId xmlns:a16="http://schemas.microsoft.com/office/drawing/2014/main" id="{D976D8D6-3BDC-1908-3425-FEE3EEF51A26}"/>
              </a:ext>
            </a:extLst>
          </p:cNvPr>
          <p:cNvSpPr>
            <a:spLocks noGrp="1"/>
          </p:cNvSpPr>
          <p:nvPr>
            <p:ph type="pic" sz="quarter" idx="14"/>
          </p:nvPr>
        </p:nvSpPr>
        <p:spPr>
          <a:xfrm>
            <a:off x="7317920" y="1447800"/>
            <a:ext cx="4214010" cy="4214010"/>
          </a:xfrm>
          <a:prstGeom prst="ellipse">
            <a:avLst/>
          </a:prstGeom>
          <a:solidFill>
            <a:schemeClr val="accent2"/>
          </a:solidFill>
        </p:spPr>
        <p:txBody>
          <a:bodyPr/>
          <a:lstStyle>
            <a:lvl1pPr marL="0" indent="0" algn="ctr">
              <a:buNone/>
              <a:defRPr sz="2000"/>
            </a:lvl1pPr>
          </a:lstStyle>
          <a:p>
            <a:r>
              <a:rPr lang="en-US"/>
              <a:t>Click icon to add picture</a:t>
            </a:r>
          </a:p>
        </p:txBody>
      </p:sp>
      <p:sp>
        <p:nvSpPr>
          <p:cNvPr id="4" name="Date Placeholder 3">
            <a:extLst>
              <a:ext uri="{FF2B5EF4-FFF2-40B4-BE49-F238E27FC236}">
                <a16:creationId xmlns:a16="http://schemas.microsoft.com/office/drawing/2014/main" id="{8E95D4F5-F69B-42F6-8A9D-330F696E144B}"/>
              </a:ext>
            </a:extLst>
          </p:cNvPr>
          <p:cNvSpPr>
            <a:spLocks noGrp="1"/>
          </p:cNvSpPr>
          <p:nvPr>
            <p:ph type="dt" sz="half" idx="10"/>
          </p:nvPr>
        </p:nvSpPr>
        <p:spPr/>
        <p:txBody>
          <a:bodyPr>
            <a:noAutofit/>
          </a:bodyPr>
          <a:lstStyle>
            <a:lvl1pPr>
              <a:defRPr>
                <a:solidFill>
                  <a:schemeClr val="accent2"/>
                </a:solidFill>
                <a:latin typeface="+mn-lt"/>
              </a:defRPr>
            </a:lvl1pPr>
          </a:lstStyle>
          <a:p>
            <a:r>
              <a:rPr lang="en-US"/>
              <a:t>9/8/20XX</a:t>
            </a:r>
          </a:p>
        </p:txBody>
      </p:sp>
      <p:sp>
        <p:nvSpPr>
          <p:cNvPr id="5" name="Footer Placeholder 4">
            <a:extLst>
              <a:ext uri="{FF2B5EF4-FFF2-40B4-BE49-F238E27FC236}">
                <a16:creationId xmlns:a16="http://schemas.microsoft.com/office/drawing/2014/main" id="{FA79A23A-2238-4904-8692-9F2DAE8B8FC9}"/>
              </a:ext>
            </a:extLst>
          </p:cNvPr>
          <p:cNvSpPr>
            <a:spLocks noGrp="1"/>
          </p:cNvSpPr>
          <p:nvPr>
            <p:ph type="ftr" sz="quarter" idx="11"/>
          </p:nvPr>
        </p:nvSpPr>
        <p:spPr/>
        <p:txBody>
          <a:bodyPr>
            <a:noAutofit/>
          </a:bodyPr>
          <a:lstStyle>
            <a:lvl1pPr>
              <a:defRPr>
                <a:solidFill>
                  <a:schemeClr val="accent2"/>
                </a:solidFill>
                <a:latin typeface="+mn-lt"/>
              </a:defRPr>
            </a:lvl1pPr>
          </a:lstStyle>
          <a:p>
            <a:endParaRPr lang="en-US"/>
          </a:p>
        </p:txBody>
      </p:sp>
      <p:sp>
        <p:nvSpPr>
          <p:cNvPr id="6" name="Slide Number Placeholder 5">
            <a:extLst>
              <a:ext uri="{FF2B5EF4-FFF2-40B4-BE49-F238E27FC236}">
                <a16:creationId xmlns:a16="http://schemas.microsoft.com/office/drawing/2014/main" id="{DB69FC35-DDC8-45FB-8ACB-21C15F57C1F1}"/>
              </a:ext>
            </a:extLst>
          </p:cNvPr>
          <p:cNvSpPr>
            <a:spLocks noGrp="1"/>
          </p:cNvSpPr>
          <p:nvPr>
            <p:ph type="sldNum" sz="quarter" idx="12"/>
          </p:nvPr>
        </p:nvSpPr>
        <p:spPr>
          <a:xfrm>
            <a:off x="10206318" y="6356350"/>
            <a:ext cx="1604682" cy="365125"/>
          </a:xfrm>
        </p:spPr>
        <p:txBody>
          <a:bodyPr>
            <a:noAutofit/>
          </a:bodyPr>
          <a:lstStyle>
            <a:lvl1pPr>
              <a:defRPr>
                <a:solidFill>
                  <a:schemeClr val="accent3"/>
                </a:solidFill>
                <a:latin typeface="+mn-lt"/>
              </a:defRPr>
            </a:lvl1pPr>
          </a:lstStyle>
          <a:p>
            <a:fld id="{294A09A9-5501-47C1-A89A-A340965A2BE2}" type="slidenum">
              <a:rPr lang="en-US" smtClean="0"/>
              <a:pPr/>
              <a:t>‹#›</a:t>
            </a:fld>
            <a:endParaRPr lang="en-US"/>
          </a:p>
        </p:txBody>
      </p:sp>
    </p:spTree>
    <p:extLst>
      <p:ext uri="{BB962C8B-B14F-4D97-AF65-F5344CB8AC3E}">
        <p14:creationId xmlns:p14="http://schemas.microsoft.com/office/powerpoint/2010/main" val="419303050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SmartArt 2">
    <p:bg>
      <p:bgPr>
        <a:solidFill>
          <a:schemeClr val="accent2"/>
        </a:solidFill>
        <a:effectLst/>
      </p:bgPr>
    </p:bg>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ABA2A58C-57B7-834C-8F5C-3299322411B1}"/>
              </a:ext>
              <a:ext uri="{C183D7F6-B498-43B3-948B-1728B52AA6E4}">
                <adec:decorative xmlns:adec="http://schemas.microsoft.com/office/drawing/2017/decorative" val="1"/>
              </a:ext>
            </a:extLst>
          </p:cNvPr>
          <p:cNvGrpSpPr/>
          <p:nvPr userDrawn="1"/>
        </p:nvGrpSpPr>
        <p:grpSpPr>
          <a:xfrm rot="16200000">
            <a:off x="10772262" y="152641"/>
            <a:ext cx="1572380" cy="1267097"/>
            <a:chOff x="7413403" y="4976359"/>
            <a:chExt cx="2334986" cy="1881641"/>
          </a:xfrm>
        </p:grpSpPr>
        <p:sp>
          <p:nvSpPr>
            <p:cNvPr id="13" name="Freeform 12">
              <a:extLst>
                <a:ext uri="{FF2B5EF4-FFF2-40B4-BE49-F238E27FC236}">
                  <a16:creationId xmlns:a16="http://schemas.microsoft.com/office/drawing/2014/main" id="{801D8067-144A-FE48-AF1E-529B662DCAD3}"/>
                </a:ext>
              </a:extLst>
            </p:cNvPr>
            <p:cNvSpPr/>
            <p:nvPr userDrawn="1"/>
          </p:nvSpPr>
          <p:spPr>
            <a:xfrm rot="5400000" flipH="1" flipV="1">
              <a:off x="8223822"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4" name="Freeform 13">
              <a:extLst>
                <a:ext uri="{FF2B5EF4-FFF2-40B4-BE49-F238E27FC236}">
                  <a16:creationId xmlns:a16="http://schemas.microsoft.com/office/drawing/2014/main" id="{2ECA7D87-C78C-C140-AA28-C0FB20209045}"/>
                </a:ext>
              </a:extLst>
            </p:cNvPr>
            <p:cNvSpPr/>
            <p:nvPr userDrawn="1"/>
          </p:nvSpPr>
          <p:spPr>
            <a:xfrm rot="16200000" flipV="1">
              <a:off x="7056329"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 name="Title 1">
            <a:extLst>
              <a:ext uri="{FF2B5EF4-FFF2-40B4-BE49-F238E27FC236}">
                <a16:creationId xmlns:a16="http://schemas.microsoft.com/office/drawing/2014/main" id="{3CD97974-B93C-4C96-B3F6-F69E3D6DE6CA}"/>
              </a:ext>
            </a:extLst>
          </p:cNvPr>
          <p:cNvSpPr>
            <a:spLocks noGrp="1"/>
          </p:cNvSpPr>
          <p:nvPr>
            <p:ph type="title" hasCustomPrompt="1"/>
          </p:nvPr>
        </p:nvSpPr>
        <p:spPr>
          <a:xfrm>
            <a:off x="1167492" y="457200"/>
            <a:ext cx="9692640" cy="1371600"/>
          </a:xfrm>
        </p:spPr>
        <p:txBody>
          <a:bodyPr anchor="b">
            <a:noAutofit/>
          </a:bodyPr>
          <a:lstStyle>
            <a:lvl1pPr>
              <a:defRPr sz="4200" b="1">
                <a:latin typeface="+mj-lt"/>
              </a:defRPr>
            </a:lvl1pPr>
          </a:lstStyle>
          <a:p>
            <a:r>
              <a:rPr lang="en-US"/>
              <a:t>Click to add title</a:t>
            </a:r>
          </a:p>
        </p:txBody>
      </p:sp>
      <p:sp>
        <p:nvSpPr>
          <p:cNvPr id="4" name="Content Placeholder 2">
            <a:extLst>
              <a:ext uri="{FF2B5EF4-FFF2-40B4-BE49-F238E27FC236}">
                <a16:creationId xmlns:a16="http://schemas.microsoft.com/office/drawing/2014/main" id="{C45E425B-455F-127B-1647-045FD094F15D}"/>
              </a:ext>
            </a:extLst>
          </p:cNvPr>
          <p:cNvSpPr>
            <a:spLocks noGrp="1"/>
          </p:cNvSpPr>
          <p:nvPr>
            <p:ph idx="10" hasCustomPrompt="1"/>
          </p:nvPr>
        </p:nvSpPr>
        <p:spPr>
          <a:xfrm>
            <a:off x="1167493" y="2087561"/>
            <a:ext cx="2693306" cy="3890543"/>
          </a:xfrm>
        </p:spPr>
        <p:txBody>
          <a:bodyPr>
            <a:noAutofit/>
          </a:bodyPr>
          <a:lstStyle>
            <a:lvl1pPr marL="0" indent="0">
              <a:buNone/>
              <a:defRPr sz="2000">
                <a:latin typeface="+mn-lt"/>
              </a:defRPr>
            </a:lvl1pPr>
            <a:lvl2pPr marL="457200" indent="0">
              <a:buNone/>
              <a:defRPr sz="2000">
                <a:latin typeface="+mn-lt"/>
              </a:defRPr>
            </a:lvl2pPr>
            <a:lvl3pPr marL="914400" indent="0">
              <a:buNone/>
              <a:defRPr sz="2000">
                <a:latin typeface="+mn-lt"/>
              </a:defRPr>
            </a:lvl3pPr>
            <a:lvl4pPr marL="1371600" indent="0">
              <a:buNone/>
              <a:defRPr sz="2000">
                <a:latin typeface="+mn-lt"/>
              </a:defRPr>
            </a:lvl4pPr>
            <a:lvl5pPr marL="1828800" indent="0">
              <a:buNone/>
              <a:defRPr sz="2000">
                <a:latin typeface="+mn-lt"/>
              </a:defRPr>
            </a:lvl5pPr>
          </a:lstStyle>
          <a:p>
            <a:pPr lvl="0"/>
            <a:r>
              <a:rPr lang="en-US"/>
              <a:t>Click to add text</a:t>
            </a:r>
          </a:p>
          <a:p>
            <a:pPr lvl="1"/>
            <a:r>
              <a:rPr lang="en-US"/>
              <a:t>Second level</a:t>
            </a:r>
          </a:p>
          <a:p>
            <a:pPr lvl="2"/>
            <a:r>
              <a:rPr lang="en-US"/>
              <a:t>Third level</a:t>
            </a:r>
          </a:p>
          <a:p>
            <a:pPr lvl="3"/>
            <a:r>
              <a:rPr lang="en-US"/>
              <a:t>Fourth level</a:t>
            </a:r>
          </a:p>
          <a:p>
            <a:pPr lvl="4"/>
            <a:r>
              <a:rPr lang="en-US"/>
              <a:t>Fifth level</a:t>
            </a:r>
          </a:p>
        </p:txBody>
      </p:sp>
      <p:sp>
        <p:nvSpPr>
          <p:cNvPr id="3" name="Content Placeholder 2">
            <a:extLst>
              <a:ext uri="{FF2B5EF4-FFF2-40B4-BE49-F238E27FC236}">
                <a16:creationId xmlns:a16="http://schemas.microsoft.com/office/drawing/2014/main" id="{8A6FC6F2-80B4-49A7-9448-33FE2DF0E967}"/>
              </a:ext>
            </a:extLst>
          </p:cNvPr>
          <p:cNvSpPr>
            <a:spLocks noGrp="1"/>
          </p:cNvSpPr>
          <p:nvPr>
            <p:ph idx="1" hasCustomPrompt="1"/>
          </p:nvPr>
        </p:nvSpPr>
        <p:spPr>
          <a:xfrm>
            <a:off x="4216400" y="2087563"/>
            <a:ext cx="6730274" cy="3890543"/>
          </a:xfrm>
        </p:spPr>
        <p:txBody>
          <a:bodyPr>
            <a:noAutofit/>
          </a:bodyPr>
          <a:lstStyle>
            <a:lvl1pPr marL="0" indent="0">
              <a:buNone/>
              <a:defRPr>
                <a:latin typeface="+mn-lt"/>
              </a:defRPr>
            </a:lvl1pPr>
            <a:lvl2pPr marL="457200" indent="0">
              <a:buNone/>
              <a:defRPr>
                <a:latin typeface="+mn-lt"/>
              </a:defRPr>
            </a:lvl2pPr>
            <a:lvl3pPr marL="914400" indent="0">
              <a:buNone/>
              <a:defRPr>
                <a:latin typeface="+mn-lt"/>
              </a:defRPr>
            </a:lvl3pPr>
            <a:lvl4pPr marL="1371600" indent="0">
              <a:buNone/>
              <a:defRPr>
                <a:latin typeface="+mn-lt"/>
              </a:defRPr>
            </a:lvl4pPr>
            <a:lvl5pPr marL="1828800" indent="0">
              <a:buNone/>
              <a:defRPr>
                <a:latin typeface="+mn-lt"/>
              </a:defRPr>
            </a:lvl5pPr>
          </a:lstStyle>
          <a:p>
            <a:pPr lvl="0"/>
            <a:r>
              <a:rPr lang="en-US"/>
              <a:t>Click to add content</a:t>
            </a:r>
          </a:p>
          <a:p>
            <a:pPr lvl="1"/>
            <a:r>
              <a:rPr lang="en-US"/>
              <a:t>Second level</a:t>
            </a:r>
          </a:p>
          <a:p>
            <a:pPr lvl="2"/>
            <a:r>
              <a:rPr lang="en-US"/>
              <a:t>Third level</a:t>
            </a:r>
          </a:p>
          <a:p>
            <a:pPr lvl="3"/>
            <a:r>
              <a:rPr lang="en-US"/>
              <a:t>Fourth level</a:t>
            </a:r>
          </a:p>
          <a:p>
            <a:pPr lvl="4"/>
            <a:r>
              <a:rPr lang="en-US"/>
              <a:t>Fifth level</a:t>
            </a:r>
          </a:p>
        </p:txBody>
      </p:sp>
      <p:sp>
        <p:nvSpPr>
          <p:cNvPr id="10" name="Date Placeholder 3">
            <a:extLst>
              <a:ext uri="{FF2B5EF4-FFF2-40B4-BE49-F238E27FC236}">
                <a16:creationId xmlns:a16="http://schemas.microsoft.com/office/drawing/2014/main" id="{7536C149-3EFE-A94E-902D-57CED00B2C0F}"/>
              </a:ext>
            </a:extLst>
          </p:cNvPr>
          <p:cNvSpPr>
            <a:spLocks noGrp="1"/>
          </p:cNvSpPr>
          <p:nvPr>
            <p:ph type="dt" sz="half" idx="2"/>
          </p:nvPr>
        </p:nvSpPr>
        <p:spPr>
          <a:xfrm>
            <a:off x="381000" y="6356350"/>
            <a:ext cx="1701018" cy="365125"/>
          </a:xfrm>
          <a:prstGeom prst="rect">
            <a:avLst/>
          </a:prstGeom>
        </p:spPr>
        <p:txBody>
          <a:bodyPr vert="horz" lIns="91440" tIns="45720" rIns="91440" bIns="45720" rtlCol="0" anchor="ctr">
            <a:noAutofit/>
          </a:bodyPr>
          <a:lstStyle>
            <a:lvl1pPr algn="l">
              <a:defRPr sz="1200">
                <a:solidFill>
                  <a:schemeClr val="accent3"/>
                </a:solidFill>
                <a:latin typeface="+mn-lt"/>
              </a:defRPr>
            </a:lvl1pPr>
          </a:lstStyle>
          <a:p>
            <a:r>
              <a:rPr lang="en-US"/>
              <a:t>9/8/20XX</a:t>
            </a:r>
          </a:p>
        </p:txBody>
      </p:sp>
      <p:sp>
        <p:nvSpPr>
          <p:cNvPr id="11" name="Footer Placeholder 4">
            <a:extLst>
              <a:ext uri="{FF2B5EF4-FFF2-40B4-BE49-F238E27FC236}">
                <a16:creationId xmlns:a16="http://schemas.microsoft.com/office/drawing/2014/main" id="{53CA1E78-F17D-F34D-9F81-0DBF44F3789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noAutofit/>
          </a:bodyPr>
          <a:lstStyle>
            <a:lvl1pPr algn="ctr">
              <a:defRPr sz="1200">
                <a:solidFill>
                  <a:schemeClr val="accent3"/>
                </a:solidFill>
                <a:latin typeface="+mn-lt"/>
              </a:defRPr>
            </a:lvl1pPr>
          </a:lstStyle>
          <a:p>
            <a:endParaRPr lang="en-US"/>
          </a:p>
        </p:txBody>
      </p:sp>
      <p:sp>
        <p:nvSpPr>
          <p:cNvPr id="12" name="Slide Number Placeholder 5">
            <a:extLst>
              <a:ext uri="{FF2B5EF4-FFF2-40B4-BE49-F238E27FC236}">
                <a16:creationId xmlns:a16="http://schemas.microsoft.com/office/drawing/2014/main" id="{1FE54918-A625-F64F-A42E-A427E9B2D489}"/>
              </a:ext>
            </a:extLst>
          </p:cNvPr>
          <p:cNvSpPr>
            <a:spLocks noGrp="1"/>
          </p:cNvSpPr>
          <p:nvPr>
            <p:ph type="sldNum" sz="quarter" idx="4"/>
          </p:nvPr>
        </p:nvSpPr>
        <p:spPr>
          <a:xfrm>
            <a:off x="10153276" y="6356350"/>
            <a:ext cx="1657723" cy="365125"/>
          </a:xfrm>
          <a:prstGeom prst="rect">
            <a:avLst/>
          </a:prstGeom>
        </p:spPr>
        <p:txBody>
          <a:bodyPr vert="horz" lIns="91440" tIns="45720" rIns="91440" bIns="45720" rtlCol="0" anchor="ctr">
            <a:noAutofit/>
          </a:bodyPr>
          <a:lstStyle>
            <a:lvl1pPr algn="r">
              <a:defRPr sz="1200">
                <a:solidFill>
                  <a:schemeClr val="accent3"/>
                </a:solidFill>
                <a:latin typeface="+mn-lt"/>
              </a:defRPr>
            </a:lvl1pPr>
          </a:lstStyle>
          <a:p>
            <a:fld id="{294A09A9-5501-47C1-A89A-A340965A2BE2}" type="slidenum">
              <a:rPr lang="en-US" smtClean="0"/>
              <a:pPr/>
              <a:t>‹#›</a:t>
            </a:fld>
            <a:endParaRPr lang="en-US"/>
          </a:p>
        </p:txBody>
      </p:sp>
    </p:spTree>
    <p:extLst>
      <p:ext uri="{BB962C8B-B14F-4D97-AF65-F5344CB8AC3E}">
        <p14:creationId xmlns:p14="http://schemas.microsoft.com/office/powerpoint/2010/main" val="18270985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Title and Content and Image 2">
    <p:spTree>
      <p:nvGrpSpPr>
        <p:cNvPr id="1" name=""/>
        <p:cNvGrpSpPr/>
        <p:nvPr/>
      </p:nvGrpSpPr>
      <p:grpSpPr>
        <a:xfrm>
          <a:off x="0" y="0"/>
          <a:ext cx="0" cy="0"/>
          <a:chOff x="0" y="0"/>
          <a:chExt cx="0" cy="0"/>
        </a:xfrm>
      </p:grpSpPr>
      <p:grpSp>
        <p:nvGrpSpPr>
          <p:cNvPr id="14" name="Group 13">
            <a:extLst>
              <a:ext uri="{FF2B5EF4-FFF2-40B4-BE49-F238E27FC236}">
                <a16:creationId xmlns:a16="http://schemas.microsoft.com/office/drawing/2014/main" id="{79F46B00-4AE8-52A2-6926-FC2F5DD1FAD4}"/>
              </a:ext>
              <a:ext uri="{C183D7F6-B498-43B3-948B-1728B52AA6E4}">
                <adec:decorative xmlns:adec="http://schemas.microsoft.com/office/drawing/2017/decorative" val="1"/>
              </a:ext>
            </a:extLst>
          </p:cNvPr>
          <p:cNvGrpSpPr/>
          <p:nvPr userDrawn="1"/>
        </p:nvGrpSpPr>
        <p:grpSpPr>
          <a:xfrm>
            <a:off x="-2364" y="0"/>
            <a:ext cx="12194364" cy="6858000"/>
            <a:chOff x="-2364" y="0"/>
            <a:chExt cx="12194364" cy="6858000"/>
          </a:xfrm>
        </p:grpSpPr>
        <p:sp>
          <p:nvSpPr>
            <p:cNvPr id="4" name="Freeform 3">
              <a:extLst>
                <a:ext uri="{FF2B5EF4-FFF2-40B4-BE49-F238E27FC236}">
                  <a16:creationId xmlns:a16="http://schemas.microsoft.com/office/drawing/2014/main" id="{6A7F6A3F-E1DD-A246-9A6D-5F9B18BA2588}"/>
                </a:ext>
              </a:extLst>
            </p:cNvPr>
            <p:cNvSpPr/>
            <p:nvPr userDrawn="1"/>
          </p:nvSpPr>
          <p:spPr>
            <a:xfrm rot="5400000">
              <a:off x="8580896" y="0"/>
              <a:ext cx="3611104" cy="3611104"/>
            </a:xfrm>
            <a:custGeom>
              <a:avLst/>
              <a:gdLst>
                <a:gd name="connsiteX0" fmla="*/ 0 w 1167493"/>
                <a:gd name="connsiteY0" fmla="*/ 0 h 1167493"/>
                <a:gd name="connsiteX1" fmla="*/ 1167493 w 1167493"/>
                <a:gd name="connsiteY1" fmla="*/ 0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lnTo>
                    <a:pt x="1167493" y="0"/>
                  </a:lnTo>
                  <a:cubicBezTo>
                    <a:pt x="522704" y="0"/>
                    <a:pt x="0" y="522704"/>
                    <a:pt x="0" y="1167493"/>
                  </a:cubicBez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 name="Freeform 4">
              <a:extLst>
                <a:ext uri="{FF2B5EF4-FFF2-40B4-BE49-F238E27FC236}">
                  <a16:creationId xmlns:a16="http://schemas.microsoft.com/office/drawing/2014/main" id="{055FD0FC-C8FF-6741-A364-A29CDC6F9495}"/>
                </a:ext>
              </a:extLst>
            </p:cNvPr>
            <p:cNvSpPr/>
            <p:nvPr userDrawn="1"/>
          </p:nvSpPr>
          <p:spPr>
            <a:xfrm>
              <a:off x="-2364" y="3246896"/>
              <a:ext cx="3611104" cy="3611104"/>
            </a:xfrm>
            <a:custGeom>
              <a:avLst/>
              <a:gdLst>
                <a:gd name="connsiteX0" fmla="*/ 0 w 1167493"/>
                <a:gd name="connsiteY0" fmla="*/ 0 h 1167493"/>
                <a:gd name="connsiteX1" fmla="*/ 1167493 w 1167493"/>
                <a:gd name="connsiteY1" fmla="*/ 1167493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cubicBezTo>
                    <a:pt x="0" y="644789"/>
                    <a:pt x="522704" y="1167493"/>
                    <a:pt x="1167493" y="1167493"/>
                  </a:cubicBezTo>
                  <a:lnTo>
                    <a:pt x="0" y="1167493"/>
                  </a:ln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latin typeface="+mn-lt"/>
              </a:endParaRPr>
            </a:p>
          </p:txBody>
        </p:sp>
        <p:grpSp>
          <p:nvGrpSpPr>
            <p:cNvPr id="9" name="Group 8">
              <a:extLst>
                <a:ext uri="{FF2B5EF4-FFF2-40B4-BE49-F238E27FC236}">
                  <a16:creationId xmlns:a16="http://schemas.microsoft.com/office/drawing/2014/main" id="{9861BC34-DFBF-2D4F-B463-FCFBC08391FF}"/>
                </a:ext>
              </a:extLst>
            </p:cNvPr>
            <p:cNvGrpSpPr/>
            <p:nvPr userDrawn="1"/>
          </p:nvGrpSpPr>
          <p:grpSpPr>
            <a:xfrm>
              <a:off x="2587417" y="5590903"/>
              <a:ext cx="1572380" cy="1267097"/>
              <a:chOff x="7413403" y="4976359"/>
              <a:chExt cx="2334986" cy="1881641"/>
            </a:xfrm>
          </p:grpSpPr>
          <p:sp>
            <p:nvSpPr>
              <p:cNvPr id="7" name="Freeform 6">
                <a:extLst>
                  <a:ext uri="{FF2B5EF4-FFF2-40B4-BE49-F238E27FC236}">
                    <a16:creationId xmlns:a16="http://schemas.microsoft.com/office/drawing/2014/main" id="{55C37C19-F268-4A43-A0D4-3B1B38D48952}"/>
                  </a:ext>
                </a:extLst>
              </p:cNvPr>
              <p:cNvSpPr/>
              <p:nvPr userDrawn="1"/>
            </p:nvSpPr>
            <p:spPr>
              <a:xfrm rot="5400000" flipH="1" flipV="1">
                <a:off x="8223822"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latin typeface="+mn-lt"/>
                </a:endParaRPr>
              </a:p>
            </p:txBody>
          </p:sp>
          <p:sp>
            <p:nvSpPr>
              <p:cNvPr id="8" name="Freeform 7">
                <a:extLst>
                  <a:ext uri="{FF2B5EF4-FFF2-40B4-BE49-F238E27FC236}">
                    <a16:creationId xmlns:a16="http://schemas.microsoft.com/office/drawing/2014/main" id="{E4F760E5-9D5D-E44F-AEBF-20CA8DE87D11}"/>
                  </a:ext>
                </a:extLst>
              </p:cNvPr>
              <p:cNvSpPr/>
              <p:nvPr userDrawn="1"/>
            </p:nvSpPr>
            <p:spPr>
              <a:xfrm rot="16200000" flipV="1">
                <a:off x="7056329"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latin typeface="+mn-lt"/>
                </a:endParaRPr>
              </a:p>
            </p:txBody>
          </p:sp>
        </p:grpSp>
      </p:grpSp>
      <p:sp>
        <p:nvSpPr>
          <p:cNvPr id="2" name="Title 1">
            <a:extLst>
              <a:ext uri="{FF2B5EF4-FFF2-40B4-BE49-F238E27FC236}">
                <a16:creationId xmlns:a16="http://schemas.microsoft.com/office/drawing/2014/main" id="{3CD97974-B93C-4C96-B3F6-F69E3D6DE6CA}"/>
              </a:ext>
            </a:extLst>
          </p:cNvPr>
          <p:cNvSpPr>
            <a:spLocks noGrp="1"/>
          </p:cNvSpPr>
          <p:nvPr>
            <p:ph type="title" hasCustomPrompt="1"/>
          </p:nvPr>
        </p:nvSpPr>
        <p:spPr>
          <a:xfrm>
            <a:off x="5549489" y="457199"/>
            <a:ext cx="5943599" cy="1920240"/>
          </a:xfrm>
        </p:spPr>
        <p:txBody>
          <a:bodyPr anchor="b">
            <a:noAutofit/>
          </a:bodyPr>
          <a:lstStyle>
            <a:lvl1pPr>
              <a:defRPr sz="4200" b="1">
                <a:latin typeface="+mj-lt"/>
              </a:defRPr>
            </a:lvl1pPr>
          </a:lstStyle>
          <a:p>
            <a:r>
              <a:rPr lang="en-US"/>
              <a:t>Click to add title</a:t>
            </a:r>
          </a:p>
        </p:txBody>
      </p:sp>
      <p:sp>
        <p:nvSpPr>
          <p:cNvPr id="15" name="Content Placeholder 2">
            <a:extLst>
              <a:ext uri="{FF2B5EF4-FFF2-40B4-BE49-F238E27FC236}">
                <a16:creationId xmlns:a16="http://schemas.microsoft.com/office/drawing/2014/main" id="{6BBDFA0C-B372-969D-6C8A-F664A4BF8D41}"/>
              </a:ext>
            </a:extLst>
          </p:cNvPr>
          <p:cNvSpPr>
            <a:spLocks noGrp="1" noChangeAspect="1"/>
          </p:cNvSpPr>
          <p:nvPr>
            <p:ph idx="17" hasCustomPrompt="1"/>
          </p:nvPr>
        </p:nvSpPr>
        <p:spPr>
          <a:xfrm>
            <a:off x="823108" y="640080"/>
            <a:ext cx="4297680" cy="4297680"/>
          </a:xfrm>
          <a:prstGeom prst="ellipse">
            <a:avLst/>
          </a:prstGeom>
          <a:solidFill>
            <a:schemeClr val="accent2"/>
          </a:solidFill>
        </p:spPr>
        <p:txBody>
          <a:bodyPr anchor="ctr" anchorCtr="0">
            <a:noAutofit/>
          </a:bodyPr>
          <a:lstStyle>
            <a:lvl1pPr marL="0" indent="0" algn="ctr">
              <a:buFont typeface="Arial" panose="020B0604020202020204" pitchFamily="34" charset="0"/>
              <a:buNone/>
              <a:defRPr sz="2000">
                <a:latin typeface="+mn-lt"/>
              </a:defRPr>
            </a:lvl1pPr>
            <a:lvl2pPr marL="347663" indent="0" algn="ctr">
              <a:buFont typeface="Arial" panose="020B0604020202020204" pitchFamily="34" charset="0"/>
              <a:buNone/>
              <a:defRPr sz="2000">
                <a:latin typeface="+mn-lt"/>
              </a:defRPr>
            </a:lvl2pPr>
            <a:lvl3pPr marL="685800" indent="0" algn="ctr">
              <a:buFont typeface="Arial" panose="020B0604020202020204" pitchFamily="34" charset="0"/>
              <a:buNone/>
              <a:defRPr sz="2000">
                <a:latin typeface="+mn-lt"/>
              </a:defRPr>
            </a:lvl3pPr>
            <a:lvl4pPr marL="914400" indent="0" algn="ctr">
              <a:buFont typeface="Arial" panose="020B0604020202020204" pitchFamily="34" charset="0"/>
              <a:buNone/>
              <a:defRPr sz="2000">
                <a:latin typeface="+mn-lt"/>
              </a:defRPr>
            </a:lvl4pPr>
            <a:lvl5pPr marL="1143000" indent="0" algn="ctr">
              <a:buFont typeface="Arial" panose="020B0604020202020204" pitchFamily="34" charset="0"/>
              <a:buNone/>
              <a:defRPr sz="2000">
                <a:latin typeface="+mn-lt"/>
              </a:defRPr>
            </a:lvl5pPr>
          </a:lstStyle>
          <a:p>
            <a:pPr lvl="0"/>
            <a:r>
              <a:rPr lang="en-US"/>
              <a:t>Click to add text</a:t>
            </a:r>
          </a:p>
          <a:p>
            <a:pPr lvl="1"/>
            <a:r>
              <a:rPr lang="en-US"/>
              <a:t>Second level</a:t>
            </a:r>
          </a:p>
          <a:p>
            <a:pPr lvl="2"/>
            <a:r>
              <a:rPr lang="en-US"/>
              <a:t>Third level</a:t>
            </a:r>
          </a:p>
          <a:p>
            <a:pPr lvl="3"/>
            <a:r>
              <a:rPr lang="en-US"/>
              <a:t>Fourth level</a:t>
            </a:r>
          </a:p>
          <a:p>
            <a:pPr lvl="4"/>
            <a:r>
              <a:rPr lang="en-US"/>
              <a:t>Fifth level</a:t>
            </a:r>
          </a:p>
        </p:txBody>
      </p:sp>
      <p:sp>
        <p:nvSpPr>
          <p:cNvPr id="10" name="Date Placeholder 3">
            <a:extLst>
              <a:ext uri="{FF2B5EF4-FFF2-40B4-BE49-F238E27FC236}">
                <a16:creationId xmlns:a16="http://schemas.microsoft.com/office/drawing/2014/main" id="{7536C149-3EFE-A94E-902D-57CED00B2C0F}"/>
              </a:ext>
            </a:extLst>
          </p:cNvPr>
          <p:cNvSpPr>
            <a:spLocks noGrp="1"/>
          </p:cNvSpPr>
          <p:nvPr>
            <p:ph type="dt" sz="half" idx="2"/>
          </p:nvPr>
        </p:nvSpPr>
        <p:spPr>
          <a:xfrm>
            <a:off x="381000" y="6356350"/>
            <a:ext cx="1767114" cy="365125"/>
          </a:xfrm>
          <a:prstGeom prst="rect">
            <a:avLst/>
          </a:prstGeom>
        </p:spPr>
        <p:txBody>
          <a:bodyPr vert="horz" lIns="91440" tIns="45720" rIns="91440" bIns="45720" rtlCol="0" anchor="ctr">
            <a:noAutofit/>
          </a:bodyPr>
          <a:lstStyle>
            <a:lvl1pPr algn="l">
              <a:defRPr sz="1200">
                <a:solidFill>
                  <a:schemeClr val="accent2"/>
                </a:solidFill>
                <a:latin typeface="+mn-lt"/>
              </a:defRPr>
            </a:lvl1pPr>
          </a:lstStyle>
          <a:p>
            <a:r>
              <a:rPr lang="en-US"/>
              <a:t>9/8/20XX</a:t>
            </a:r>
          </a:p>
        </p:txBody>
      </p:sp>
      <p:sp>
        <p:nvSpPr>
          <p:cNvPr id="11" name="Footer Placeholder 4">
            <a:extLst>
              <a:ext uri="{FF2B5EF4-FFF2-40B4-BE49-F238E27FC236}">
                <a16:creationId xmlns:a16="http://schemas.microsoft.com/office/drawing/2014/main" id="{53CA1E78-F17D-F34D-9F81-0DBF44F3789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noAutofit/>
          </a:bodyPr>
          <a:lstStyle>
            <a:lvl1pPr algn="ctr">
              <a:defRPr sz="1200">
                <a:solidFill>
                  <a:schemeClr val="accent3"/>
                </a:solidFill>
                <a:latin typeface="+mn-lt"/>
              </a:defRPr>
            </a:lvl1pPr>
          </a:lstStyle>
          <a:p>
            <a:endParaRPr lang="en-US"/>
          </a:p>
        </p:txBody>
      </p:sp>
      <p:sp>
        <p:nvSpPr>
          <p:cNvPr id="12" name="Slide Number Placeholder 5">
            <a:extLst>
              <a:ext uri="{FF2B5EF4-FFF2-40B4-BE49-F238E27FC236}">
                <a16:creationId xmlns:a16="http://schemas.microsoft.com/office/drawing/2014/main" id="{1FE54918-A625-F64F-A42E-A427E9B2D489}"/>
              </a:ext>
            </a:extLst>
          </p:cNvPr>
          <p:cNvSpPr>
            <a:spLocks noGrp="1"/>
          </p:cNvSpPr>
          <p:nvPr>
            <p:ph type="sldNum" sz="quarter" idx="4"/>
          </p:nvPr>
        </p:nvSpPr>
        <p:spPr>
          <a:xfrm>
            <a:off x="10153276" y="6356350"/>
            <a:ext cx="1657723" cy="365125"/>
          </a:xfrm>
          <a:prstGeom prst="rect">
            <a:avLst/>
          </a:prstGeom>
        </p:spPr>
        <p:txBody>
          <a:bodyPr vert="horz" lIns="91440" tIns="45720" rIns="91440" bIns="45720" rtlCol="0" anchor="ctr">
            <a:noAutofit/>
          </a:bodyPr>
          <a:lstStyle>
            <a:lvl1pPr algn="r">
              <a:defRPr sz="1200">
                <a:solidFill>
                  <a:schemeClr val="accent3"/>
                </a:solidFill>
                <a:latin typeface="+mn-lt"/>
              </a:defRPr>
            </a:lvl1pPr>
          </a:lstStyle>
          <a:p>
            <a:fld id="{294A09A9-5501-47C1-A89A-A340965A2BE2}" type="slidenum">
              <a:rPr lang="en-US" smtClean="0"/>
              <a:pPr/>
              <a:t>‹#›</a:t>
            </a:fld>
            <a:endParaRPr lang="en-US"/>
          </a:p>
        </p:txBody>
      </p:sp>
      <p:sp>
        <p:nvSpPr>
          <p:cNvPr id="3" name="Content Placeholder 2">
            <a:extLst>
              <a:ext uri="{FF2B5EF4-FFF2-40B4-BE49-F238E27FC236}">
                <a16:creationId xmlns:a16="http://schemas.microsoft.com/office/drawing/2014/main" id="{99A8D2CC-EE75-85FA-1577-88C0BEC7B10C}"/>
              </a:ext>
            </a:extLst>
          </p:cNvPr>
          <p:cNvSpPr>
            <a:spLocks noGrp="1"/>
          </p:cNvSpPr>
          <p:nvPr>
            <p:ph idx="15" hasCustomPrompt="1"/>
          </p:nvPr>
        </p:nvSpPr>
        <p:spPr>
          <a:xfrm>
            <a:off x="5549490" y="2706369"/>
            <a:ext cx="5943600" cy="3383279"/>
          </a:xfrm>
        </p:spPr>
        <p:txBody>
          <a:bodyPr>
            <a:normAutofit/>
          </a:bodyPr>
          <a:lstStyle>
            <a:lvl1pPr marL="283464" indent="-283464">
              <a:spcBef>
                <a:spcPts val="1000"/>
              </a:spcBef>
              <a:buFont typeface="Arial" panose="020B0604020202020204" pitchFamily="34" charset="0"/>
              <a:buChar char="•"/>
              <a:defRPr sz="2000">
                <a:solidFill>
                  <a:schemeClr val="tx1"/>
                </a:solidFill>
                <a:latin typeface="+mn-lt"/>
              </a:defRPr>
            </a:lvl1pPr>
            <a:lvl2pPr marL="566928" indent="-283464">
              <a:spcBef>
                <a:spcPts val="1000"/>
              </a:spcBef>
              <a:buFont typeface="Arial" panose="020B0604020202020204" pitchFamily="34" charset="0"/>
              <a:buChar char="•"/>
              <a:defRPr sz="2000">
                <a:solidFill>
                  <a:schemeClr val="tx1"/>
                </a:solidFill>
                <a:latin typeface="+mn-lt"/>
              </a:defRPr>
            </a:lvl2pPr>
            <a:lvl3pPr marL="850392" indent="-283464">
              <a:spcBef>
                <a:spcPts val="1000"/>
              </a:spcBef>
              <a:buFont typeface="Arial" panose="020B0604020202020204" pitchFamily="34" charset="0"/>
              <a:buChar char="•"/>
              <a:defRPr sz="2000">
                <a:solidFill>
                  <a:schemeClr val="tx1"/>
                </a:solidFill>
                <a:latin typeface="+mn-lt"/>
              </a:defRPr>
            </a:lvl3pPr>
            <a:lvl4pPr marL="1133856" indent="-283464">
              <a:spcBef>
                <a:spcPts val="1000"/>
              </a:spcBef>
              <a:buFont typeface="Arial" panose="020B0604020202020204" pitchFamily="34" charset="0"/>
              <a:buChar char="•"/>
              <a:defRPr sz="2000">
                <a:solidFill>
                  <a:schemeClr val="tx1"/>
                </a:solidFill>
                <a:latin typeface="+mn-lt"/>
              </a:defRPr>
            </a:lvl4pPr>
            <a:lvl5pPr marL="1463040" indent="-283464">
              <a:spcBef>
                <a:spcPts val="1000"/>
              </a:spcBef>
              <a:buFont typeface="Arial" panose="020B0604020202020204" pitchFamily="34" charset="0"/>
              <a:buChar char="•"/>
              <a:defRPr sz="2000">
                <a:solidFill>
                  <a:schemeClr val="tx1"/>
                </a:solidFill>
                <a:latin typeface="+mn-lt"/>
              </a:defRPr>
            </a:lvl5pPr>
          </a:lstStyle>
          <a:p>
            <a:pPr lvl="0"/>
            <a:r>
              <a:rPr lang="en-US"/>
              <a:t>Click to add text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52565617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reserve="1">
  <p:cSld name="Chart ">
    <p:bg>
      <p:bgPr>
        <a:solidFill>
          <a:schemeClr val="accent2"/>
        </a:solidFill>
        <a:effectLst/>
      </p:bgPr>
    </p:bg>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ABA2A58C-57B7-834C-8F5C-3299322411B1}"/>
              </a:ext>
              <a:ext uri="{C183D7F6-B498-43B3-948B-1728B52AA6E4}">
                <adec:decorative xmlns:adec="http://schemas.microsoft.com/office/drawing/2017/decorative" val="1"/>
              </a:ext>
            </a:extLst>
          </p:cNvPr>
          <p:cNvGrpSpPr/>
          <p:nvPr userDrawn="1"/>
        </p:nvGrpSpPr>
        <p:grpSpPr>
          <a:xfrm rot="16200000">
            <a:off x="10772262" y="152641"/>
            <a:ext cx="1572380" cy="1267097"/>
            <a:chOff x="7413403" y="4976359"/>
            <a:chExt cx="2334986" cy="1881641"/>
          </a:xfrm>
        </p:grpSpPr>
        <p:sp>
          <p:nvSpPr>
            <p:cNvPr id="13" name="Freeform 12">
              <a:extLst>
                <a:ext uri="{FF2B5EF4-FFF2-40B4-BE49-F238E27FC236}">
                  <a16:creationId xmlns:a16="http://schemas.microsoft.com/office/drawing/2014/main" id="{801D8067-144A-FE48-AF1E-529B662DCAD3}"/>
                </a:ext>
              </a:extLst>
            </p:cNvPr>
            <p:cNvSpPr/>
            <p:nvPr userDrawn="1"/>
          </p:nvSpPr>
          <p:spPr>
            <a:xfrm rot="5400000" flipH="1" flipV="1">
              <a:off x="8223822"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4" name="Freeform 13">
              <a:extLst>
                <a:ext uri="{FF2B5EF4-FFF2-40B4-BE49-F238E27FC236}">
                  <a16:creationId xmlns:a16="http://schemas.microsoft.com/office/drawing/2014/main" id="{2ECA7D87-C78C-C140-AA28-C0FB20209045}"/>
                </a:ext>
              </a:extLst>
            </p:cNvPr>
            <p:cNvSpPr/>
            <p:nvPr userDrawn="1"/>
          </p:nvSpPr>
          <p:spPr>
            <a:xfrm rot="16200000" flipV="1">
              <a:off x="7056329"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 name="Title 1">
            <a:extLst>
              <a:ext uri="{FF2B5EF4-FFF2-40B4-BE49-F238E27FC236}">
                <a16:creationId xmlns:a16="http://schemas.microsoft.com/office/drawing/2014/main" id="{3CD97974-B93C-4C96-B3F6-F69E3D6DE6CA}"/>
              </a:ext>
            </a:extLst>
          </p:cNvPr>
          <p:cNvSpPr>
            <a:spLocks noGrp="1"/>
          </p:cNvSpPr>
          <p:nvPr>
            <p:ph type="title" hasCustomPrompt="1"/>
          </p:nvPr>
        </p:nvSpPr>
        <p:spPr>
          <a:xfrm>
            <a:off x="1167492" y="136526"/>
            <a:ext cx="9779183" cy="1570038"/>
          </a:xfrm>
        </p:spPr>
        <p:txBody>
          <a:bodyPr anchor="b">
            <a:noAutofit/>
          </a:bodyPr>
          <a:lstStyle>
            <a:lvl1pPr>
              <a:defRPr sz="4200" b="1">
                <a:latin typeface="+mj-lt"/>
              </a:defRPr>
            </a:lvl1pPr>
          </a:lstStyle>
          <a:p>
            <a:r>
              <a:rPr lang="en-US"/>
              <a:t>Click to add title</a:t>
            </a:r>
          </a:p>
        </p:txBody>
      </p:sp>
      <p:sp>
        <p:nvSpPr>
          <p:cNvPr id="3" name="Content Placeholder 2">
            <a:extLst>
              <a:ext uri="{FF2B5EF4-FFF2-40B4-BE49-F238E27FC236}">
                <a16:creationId xmlns:a16="http://schemas.microsoft.com/office/drawing/2014/main" id="{8A6FC6F2-80B4-49A7-9448-33FE2DF0E967}"/>
              </a:ext>
            </a:extLst>
          </p:cNvPr>
          <p:cNvSpPr>
            <a:spLocks noGrp="1"/>
          </p:cNvSpPr>
          <p:nvPr>
            <p:ph idx="1" hasCustomPrompt="1"/>
          </p:nvPr>
        </p:nvSpPr>
        <p:spPr>
          <a:xfrm>
            <a:off x="1167493" y="2084832"/>
            <a:ext cx="9779182" cy="3366813"/>
          </a:xfrm>
        </p:spPr>
        <p:txBody>
          <a:bodyPr>
            <a:noAutofit/>
          </a:bodyPr>
          <a:lstStyle>
            <a:lvl1pPr marL="0" indent="0">
              <a:buNone/>
              <a:defRPr>
                <a:latin typeface="+mn-lt"/>
              </a:defRPr>
            </a:lvl1pPr>
            <a:lvl2pPr marL="457200" indent="0">
              <a:buNone/>
              <a:defRPr>
                <a:latin typeface="+mn-lt"/>
              </a:defRPr>
            </a:lvl2pPr>
            <a:lvl3pPr marL="914400" indent="0">
              <a:buNone/>
              <a:defRPr>
                <a:latin typeface="+mn-lt"/>
              </a:defRPr>
            </a:lvl3pPr>
            <a:lvl4pPr marL="1371600" indent="0">
              <a:buNone/>
              <a:defRPr>
                <a:latin typeface="+mn-lt"/>
              </a:defRPr>
            </a:lvl4pPr>
            <a:lvl5pPr marL="1828800" indent="0">
              <a:buNone/>
              <a:defRPr>
                <a:latin typeface="+mn-lt"/>
              </a:defRPr>
            </a:lvl5pPr>
          </a:lstStyle>
          <a:p>
            <a:pPr lvl="0"/>
            <a:r>
              <a:rPr lang="en-US"/>
              <a:t>Click to add text</a:t>
            </a:r>
          </a:p>
          <a:p>
            <a:pPr lvl="1"/>
            <a:r>
              <a:rPr lang="en-US"/>
              <a:t>Second level</a:t>
            </a:r>
          </a:p>
          <a:p>
            <a:pPr lvl="2"/>
            <a:r>
              <a:rPr lang="en-US"/>
              <a:t>Third level</a:t>
            </a:r>
          </a:p>
          <a:p>
            <a:pPr lvl="3"/>
            <a:r>
              <a:rPr lang="en-US"/>
              <a:t>Fourth level</a:t>
            </a:r>
          </a:p>
          <a:p>
            <a:pPr lvl="4"/>
            <a:r>
              <a:rPr lang="en-US"/>
              <a:t>Fifth level</a:t>
            </a:r>
          </a:p>
        </p:txBody>
      </p:sp>
      <p:sp>
        <p:nvSpPr>
          <p:cNvPr id="10" name="Date Placeholder 3">
            <a:extLst>
              <a:ext uri="{FF2B5EF4-FFF2-40B4-BE49-F238E27FC236}">
                <a16:creationId xmlns:a16="http://schemas.microsoft.com/office/drawing/2014/main" id="{7536C149-3EFE-A94E-902D-57CED00B2C0F}"/>
              </a:ext>
            </a:extLst>
          </p:cNvPr>
          <p:cNvSpPr>
            <a:spLocks noGrp="1"/>
          </p:cNvSpPr>
          <p:nvPr>
            <p:ph type="dt" sz="half" idx="2"/>
          </p:nvPr>
        </p:nvSpPr>
        <p:spPr>
          <a:xfrm>
            <a:off x="381000" y="6356350"/>
            <a:ext cx="1701018" cy="365125"/>
          </a:xfrm>
          <a:prstGeom prst="rect">
            <a:avLst/>
          </a:prstGeom>
        </p:spPr>
        <p:txBody>
          <a:bodyPr vert="horz" lIns="91440" tIns="45720" rIns="91440" bIns="45720" rtlCol="0" anchor="ctr">
            <a:noAutofit/>
          </a:bodyPr>
          <a:lstStyle>
            <a:lvl1pPr algn="l">
              <a:defRPr sz="1200">
                <a:solidFill>
                  <a:schemeClr val="accent3"/>
                </a:solidFill>
                <a:latin typeface="+mn-lt"/>
              </a:defRPr>
            </a:lvl1pPr>
          </a:lstStyle>
          <a:p>
            <a:r>
              <a:rPr lang="en-US"/>
              <a:t>9/8/20XX</a:t>
            </a:r>
          </a:p>
        </p:txBody>
      </p:sp>
      <p:sp>
        <p:nvSpPr>
          <p:cNvPr id="11" name="Footer Placeholder 4">
            <a:extLst>
              <a:ext uri="{FF2B5EF4-FFF2-40B4-BE49-F238E27FC236}">
                <a16:creationId xmlns:a16="http://schemas.microsoft.com/office/drawing/2014/main" id="{53CA1E78-F17D-F34D-9F81-0DBF44F3789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noAutofit/>
          </a:bodyPr>
          <a:lstStyle>
            <a:lvl1pPr algn="ctr">
              <a:defRPr sz="1200">
                <a:solidFill>
                  <a:schemeClr val="accent3"/>
                </a:solidFill>
                <a:latin typeface="+mn-lt"/>
              </a:defRPr>
            </a:lvl1pPr>
          </a:lstStyle>
          <a:p>
            <a:endParaRPr lang="en-US"/>
          </a:p>
        </p:txBody>
      </p:sp>
      <p:sp>
        <p:nvSpPr>
          <p:cNvPr id="12" name="Slide Number Placeholder 5">
            <a:extLst>
              <a:ext uri="{FF2B5EF4-FFF2-40B4-BE49-F238E27FC236}">
                <a16:creationId xmlns:a16="http://schemas.microsoft.com/office/drawing/2014/main" id="{1FE54918-A625-F64F-A42E-A427E9B2D489}"/>
              </a:ext>
            </a:extLst>
          </p:cNvPr>
          <p:cNvSpPr>
            <a:spLocks noGrp="1"/>
          </p:cNvSpPr>
          <p:nvPr>
            <p:ph type="sldNum" sz="quarter" idx="4"/>
          </p:nvPr>
        </p:nvSpPr>
        <p:spPr>
          <a:xfrm>
            <a:off x="10153276" y="6356350"/>
            <a:ext cx="1657723" cy="365125"/>
          </a:xfrm>
          <a:prstGeom prst="rect">
            <a:avLst/>
          </a:prstGeom>
        </p:spPr>
        <p:txBody>
          <a:bodyPr vert="horz" lIns="91440" tIns="45720" rIns="91440" bIns="45720" rtlCol="0" anchor="ctr">
            <a:noAutofit/>
          </a:bodyPr>
          <a:lstStyle>
            <a:lvl1pPr algn="r">
              <a:defRPr sz="1200">
                <a:solidFill>
                  <a:schemeClr val="accent3"/>
                </a:solidFill>
                <a:latin typeface="+mn-lt"/>
              </a:defRPr>
            </a:lvl1pPr>
          </a:lstStyle>
          <a:p>
            <a:fld id="{294A09A9-5501-47C1-A89A-A340965A2BE2}" type="slidenum">
              <a:rPr lang="en-US" smtClean="0"/>
              <a:pPr/>
              <a:t>‹#›</a:t>
            </a:fld>
            <a:endParaRPr lang="en-US"/>
          </a:p>
        </p:txBody>
      </p:sp>
    </p:spTree>
    <p:extLst>
      <p:ext uri="{BB962C8B-B14F-4D97-AF65-F5344CB8AC3E}">
        <p14:creationId xmlns:p14="http://schemas.microsoft.com/office/powerpoint/2010/main" val="319094516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End Slide">
    <p:spTree>
      <p:nvGrpSpPr>
        <p:cNvPr id="1" name=""/>
        <p:cNvGrpSpPr/>
        <p:nvPr/>
      </p:nvGrpSpPr>
      <p:grpSpPr>
        <a:xfrm>
          <a:off x="0" y="0"/>
          <a:ext cx="0" cy="0"/>
          <a:chOff x="0" y="0"/>
          <a:chExt cx="0" cy="0"/>
        </a:xfrm>
      </p:grpSpPr>
      <p:grpSp>
        <p:nvGrpSpPr>
          <p:cNvPr id="5" name="Group 4">
            <a:extLst>
              <a:ext uri="{FF2B5EF4-FFF2-40B4-BE49-F238E27FC236}">
                <a16:creationId xmlns:a16="http://schemas.microsoft.com/office/drawing/2014/main" id="{78AD52EA-B01E-8D38-D87A-BF7EB5B58A82}"/>
              </a:ext>
              <a:ext uri="{C183D7F6-B498-43B3-948B-1728B52AA6E4}">
                <adec:decorative xmlns:adec="http://schemas.microsoft.com/office/drawing/2017/decorative" val="1"/>
              </a:ext>
            </a:extLst>
          </p:cNvPr>
          <p:cNvGrpSpPr/>
          <p:nvPr userDrawn="1"/>
        </p:nvGrpSpPr>
        <p:grpSpPr>
          <a:xfrm>
            <a:off x="0" y="-1"/>
            <a:ext cx="12192001" cy="6864796"/>
            <a:chOff x="0" y="-1"/>
            <a:chExt cx="12192001" cy="6864796"/>
          </a:xfrm>
        </p:grpSpPr>
        <p:sp>
          <p:nvSpPr>
            <p:cNvPr id="4" name="Rectangle 3">
              <a:extLst>
                <a:ext uri="{FF2B5EF4-FFF2-40B4-BE49-F238E27FC236}">
                  <a16:creationId xmlns:a16="http://schemas.microsoft.com/office/drawing/2014/main" id="{9AC79249-FDC0-364D-A734-AE1DE1605D28}"/>
                </a:ext>
              </a:extLst>
            </p:cNvPr>
            <p:cNvSpPr/>
            <p:nvPr userDrawn="1"/>
          </p:nvSpPr>
          <p:spPr>
            <a:xfrm>
              <a:off x="8264426" y="0"/>
              <a:ext cx="3927574"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6" name="Group 5">
              <a:extLst>
                <a:ext uri="{FF2B5EF4-FFF2-40B4-BE49-F238E27FC236}">
                  <a16:creationId xmlns:a16="http://schemas.microsoft.com/office/drawing/2014/main" id="{F15FBB50-09C8-B64E-AE57-67C5E70810CB}"/>
                </a:ext>
              </a:extLst>
            </p:cNvPr>
            <p:cNvGrpSpPr/>
            <p:nvPr userDrawn="1"/>
          </p:nvGrpSpPr>
          <p:grpSpPr>
            <a:xfrm>
              <a:off x="8264427" y="3685939"/>
              <a:ext cx="3927573" cy="3178856"/>
              <a:chOff x="9857014" y="13834"/>
              <a:chExt cx="2334986" cy="1881641"/>
            </a:xfrm>
          </p:grpSpPr>
          <p:sp>
            <p:nvSpPr>
              <p:cNvPr id="15" name="Freeform 14">
                <a:extLst>
                  <a:ext uri="{FF2B5EF4-FFF2-40B4-BE49-F238E27FC236}">
                    <a16:creationId xmlns:a16="http://schemas.microsoft.com/office/drawing/2014/main" id="{EFBF1E52-11FA-DC48-B7AD-75734232FFE8}"/>
                  </a:ext>
                </a:extLst>
              </p:cNvPr>
              <p:cNvSpPr/>
              <p:nvPr userDrawn="1"/>
            </p:nvSpPr>
            <p:spPr>
              <a:xfrm rot="5400000" flipH="1" flipV="1">
                <a:off x="10667433" y="370908"/>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6" name="Freeform 15">
                <a:extLst>
                  <a:ext uri="{FF2B5EF4-FFF2-40B4-BE49-F238E27FC236}">
                    <a16:creationId xmlns:a16="http://schemas.microsoft.com/office/drawing/2014/main" id="{4850B620-49F5-3748-84AF-682555D52792}"/>
                  </a:ext>
                </a:extLst>
              </p:cNvPr>
              <p:cNvSpPr/>
              <p:nvPr userDrawn="1"/>
            </p:nvSpPr>
            <p:spPr>
              <a:xfrm rot="16200000" flipV="1">
                <a:off x="9499940" y="370908"/>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2" name="Freeform 21">
              <a:extLst>
                <a:ext uri="{FF2B5EF4-FFF2-40B4-BE49-F238E27FC236}">
                  <a16:creationId xmlns:a16="http://schemas.microsoft.com/office/drawing/2014/main" id="{BC68F289-2744-2F48-893A-3F17911625C8}"/>
                </a:ext>
              </a:extLst>
            </p:cNvPr>
            <p:cNvSpPr/>
            <p:nvPr userDrawn="1"/>
          </p:nvSpPr>
          <p:spPr>
            <a:xfrm>
              <a:off x="0" y="-1"/>
              <a:ext cx="1167493" cy="1167493"/>
            </a:xfrm>
            <a:custGeom>
              <a:avLst/>
              <a:gdLst>
                <a:gd name="connsiteX0" fmla="*/ 0 w 862693"/>
                <a:gd name="connsiteY0" fmla="*/ 0 h 862693"/>
                <a:gd name="connsiteX1" fmla="*/ 862693 w 862693"/>
                <a:gd name="connsiteY1" fmla="*/ 0 h 862693"/>
                <a:gd name="connsiteX2" fmla="*/ 0 w 862693"/>
                <a:gd name="connsiteY2" fmla="*/ 862693 h 862693"/>
                <a:gd name="connsiteX3" fmla="*/ 0 w 862693"/>
                <a:gd name="connsiteY3" fmla="*/ 0 h 862693"/>
              </a:gdLst>
              <a:ahLst/>
              <a:cxnLst>
                <a:cxn ang="0">
                  <a:pos x="connsiteX0" y="connsiteY0"/>
                </a:cxn>
                <a:cxn ang="0">
                  <a:pos x="connsiteX1" y="connsiteY1"/>
                </a:cxn>
                <a:cxn ang="0">
                  <a:pos x="connsiteX2" y="connsiteY2"/>
                </a:cxn>
                <a:cxn ang="0">
                  <a:pos x="connsiteX3" y="connsiteY3"/>
                </a:cxn>
              </a:cxnLst>
              <a:rect l="l" t="t" r="r" b="b"/>
              <a:pathLst>
                <a:path w="862693" h="862693">
                  <a:moveTo>
                    <a:pt x="0" y="0"/>
                  </a:moveTo>
                  <a:lnTo>
                    <a:pt x="862693" y="0"/>
                  </a:lnTo>
                  <a:cubicBezTo>
                    <a:pt x="862693" y="476453"/>
                    <a:pt x="476452" y="862693"/>
                    <a:pt x="0" y="862693"/>
                  </a:cubicBez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7" name="Freeform 16">
              <a:extLst>
                <a:ext uri="{FF2B5EF4-FFF2-40B4-BE49-F238E27FC236}">
                  <a16:creationId xmlns:a16="http://schemas.microsoft.com/office/drawing/2014/main" id="{39563C76-BC00-DE47-88F5-C24D3CE3325A}"/>
                </a:ext>
              </a:extLst>
            </p:cNvPr>
            <p:cNvSpPr/>
            <p:nvPr userDrawn="1"/>
          </p:nvSpPr>
          <p:spPr>
            <a:xfrm>
              <a:off x="10228214" y="-1"/>
              <a:ext cx="1963787" cy="3178856"/>
            </a:xfrm>
            <a:custGeom>
              <a:avLst/>
              <a:gdLst>
                <a:gd name="connsiteX0" fmla="*/ 0 w 1963787"/>
                <a:gd name="connsiteY0" fmla="*/ 0 h 3178856"/>
                <a:gd name="connsiteX1" fmla="*/ 1963787 w 1963787"/>
                <a:gd name="connsiteY1" fmla="*/ 0 h 3178856"/>
                <a:gd name="connsiteX2" fmla="*/ 1963787 w 1963787"/>
                <a:gd name="connsiteY2" fmla="*/ 1967129 h 3178856"/>
                <a:gd name="connsiteX3" fmla="*/ 1963787 w 1963787"/>
                <a:gd name="connsiteY3" fmla="*/ 2349671 h 3178856"/>
                <a:gd name="connsiteX4" fmla="*/ 1963787 w 1963787"/>
                <a:gd name="connsiteY4" fmla="*/ 3178856 h 3178856"/>
                <a:gd name="connsiteX5" fmla="*/ 1963753 w 1963787"/>
                <a:gd name="connsiteY5" fmla="*/ 3178856 h 3178856"/>
                <a:gd name="connsiteX6" fmla="*/ 1763002 w 1963787"/>
                <a:gd name="connsiteY6" fmla="*/ 3168629 h 3178856"/>
                <a:gd name="connsiteX7" fmla="*/ 0 w 1963787"/>
                <a:gd name="connsiteY7" fmla="*/ 1197921 h 3178856"/>
                <a:gd name="connsiteX8" fmla="*/ 0 w 1963787"/>
                <a:gd name="connsiteY8" fmla="*/ 1039961 h 3178856"/>
                <a:gd name="connsiteX9" fmla="*/ 0 w 1963787"/>
                <a:gd name="connsiteY9" fmla="*/ 0 h 31788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963787" h="3178856">
                  <a:moveTo>
                    <a:pt x="0" y="0"/>
                  </a:moveTo>
                  <a:lnTo>
                    <a:pt x="1963787" y="0"/>
                  </a:lnTo>
                  <a:lnTo>
                    <a:pt x="1963787" y="1967129"/>
                  </a:lnTo>
                  <a:lnTo>
                    <a:pt x="1963787" y="2349671"/>
                  </a:lnTo>
                  <a:lnTo>
                    <a:pt x="1963787" y="3178856"/>
                  </a:lnTo>
                  <a:lnTo>
                    <a:pt x="1963753" y="3178856"/>
                  </a:lnTo>
                  <a:lnTo>
                    <a:pt x="1763002" y="3168629"/>
                  </a:lnTo>
                  <a:cubicBezTo>
                    <a:pt x="772749" y="3067186"/>
                    <a:pt x="0" y="2223585"/>
                    <a:pt x="0" y="1197921"/>
                  </a:cubicBezTo>
                  <a:lnTo>
                    <a:pt x="0" y="1039961"/>
                  </a:lnTo>
                  <a:lnTo>
                    <a:pt x="0"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 name="Title 1">
            <a:extLst>
              <a:ext uri="{FF2B5EF4-FFF2-40B4-BE49-F238E27FC236}">
                <a16:creationId xmlns:a16="http://schemas.microsoft.com/office/drawing/2014/main" id="{494248F2-5264-4601-AA0B-6C092F77F2DD}"/>
              </a:ext>
            </a:extLst>
          </p:cNvPr>
          <p:cNvSpPr>
            <a:spLocks noGrp="1"/>
          </p:cNvSpPr>
          <p:nvPr>
            <p:ph type="ctrTitle" hasCustomPrompt="1"/>
          </p:nvPr>
        </p:nvSpPr>
        <p:spPr>
          <a:xfrm>
            <a:off x="1167494" y="252549"/>
            <a:ext cx="6220278" cy="3262811"/>
          </a:xfrm>
        </p:spPr>
        <p:txBody>
          <a:bodyPr anchor="b">
            <a:noAutofit/>
          </a:bodyPr>
          <a:lstStyle>
            <a:lvl1pPr algn="l">
              <a:defRPr sz="6000" b="1">
                <a:latin typeface="+mj-lt"/>
              </a:defRPr>
            </a:lvl1pPr>
          </a:lstStyle>
          <a:p>
            <a:r>
              <a:rPr lang="en-US"/>
              <a:t>Click to add title</a:t>
            </a:r>
          </a:p>
        </p:txBody>
      </p:sp>
      <p:sp>
        <p:nvSpPr>
          <p:cNvPr id="3" name="Subtitle 2">
            <a:extLst>
              <a:ext uri="{FF2B5EF4-FFF2-40B4-BE49-F238E27FC236}">
                <a16:creationId xmlns:a16="http://schemas.microsoft.com/office/drawing/2014/main" id="{DCFB69D3-5632-4285-A209-9DCA67DA668C}"/>
              </a:ext>
            </a:extLst>
          </p:cNvPr>
          <p:cNvSpPr>
            <a:spLocks noGrp="1"/>
          </p:cNvSpPr>
          <p:nvPr>
            <p:ph type="subTitle" idx="1" hasCustomPrompt="1"/>
          </p:nvPr>
        </p:nvSpPr>
        <p:spPr>
          <a:xfrm>
            <a:off x="1167493" y="3685939"/>
            <a:ext cx="6220277" cy="2919512"/>
          </a:xfrm>
        </p:spPr>
        <p:txBody>
          <a:bodyPr anchor="t" anchorCtr="0">
            <a:normAutofit/>
          </a:bodyPr>
          <a:lstStyle>
            <a:lvl1pPr marL="0" indent="0" algn="l">
              <a:buNone/>
              <a:defRPr sz="2800">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a:t>Click to add text</a:t>
            </a:r>
          </a:p>
        </p:txBody>
      </p:sp>
    </p:spTree>
    <p:extLst>
      <p:ext uri="{BB962C8B-B14F-4D97-AF65-F5344CB8AC3E}">
        <p14:creationId xmlns:p14="http://schemas.microsoft.com/office/powerpoint/2010/main" val="254470690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198F9AA-2C87-421D-97C1-B4248DFDC2C2}"/>
              </a:ext>
            </a:extLst>
          </p:cNvPr>
          <p:cNvSpPr>
            <a:spLocks noGrp="1"/>
          </p:cNvSpPr>
          <p:nvPr>
            <p:ph type="title"/>
          </p:nvPr>
        </p:nvSpPr>
        <p:spPr>
          <a:xfrm>
            <a:off x="381000" y="381000"/>
            <a:ext cx="11430000" cy="1325563"/>
          </a:xfrm>
          <a:prstGeom prst="rect">
            <a:avLst/>
          </a:prstGeom>
        </p:spPr>
        <p:txBody>
          <a:bodyPr vert="horz" lIns="91440" tIns="45720" rIns="91440" bIns="45720" rtlCol="0" anchor="ctr">
            <a:noAutofit/>
          </a:bodyPr>
          <a:lstStyle/>
          <a:p>
            <a:r>
              <a:rPr lang="en-US"/>
              <a:t>Click to edit Master title style</a:t>
            </a:r>
          </a:p>
        </p:txBody>
      </p:sp>
      <p:sp>
        <p:nvSpPr>
          <p:cNvPr id="3" name="Text Placeholder 2">
            <a:extLst>
              <a:ext uri="{FF2B5EF4-FFF2-40B4-BE49-F238E27FC236}">
                <a16:creationId xmlns:a16="http://schemas.microsoft.com/office/drawing/2014/main" id="{AE98FC63-C8D2-4CE6-A3F1-EE8ED24590C4}"/>
              </a:ext>
            </a:extLst>
          </p:cNvPr>
          <p:cNvSpPr>
            <a:spLocks noGrp="1"/>
          </p:cNvSpPr>
          <p:nvPr>
            <p:ph type="body" idx="1"/>
          </p:nvPr>
        </p:nvSpPr>
        <p:spPr>
          <a:xfrm>
            <a:off x="381000" y="1825625"/>
            <a:ext cx="11430000" cy="4351338"/>
          </a:xfrm>
          <a:prstGeom prst="rect">
            <a:avLst/>
          </a:prstGeom>
        </p:spPr>
        <p:txBody>
          <a:bodyPr vert="horz" lIns="91440" tIns="45720" rIns="91440" bIns="4572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ED77A09-15C2-4E47-948E-AACAFCA47D40}"/>
              </a:ext>
            </a:extLst>
          </p:cNvPr>
          <p:cNvSpPr>
            <a:spLocks noGrp="1"/>
          </p:cNvSpPr>
          <p:nvPr>
            <p:ph type="dt" sz="half" idx="2"/>
          </p:nvPr>
        </p:nvSpPr>
        <p:spPr>
          <a:xfrm>
            <a:off x="381000" y="6356350"/>
            <a:ext cx="2743200" cy="365125"/>
          </a:xfrm>
          <a:prstGeom prst="rect">
            <a:avLst/>
          </a:prstGeom>
        </p:spPr>
        <p:txBody>
          <a:bodyPr vert="horz" lIns="91440" tIns="45720" rIns="91440" bIns="45720" rtlCol="0" anchor="ctr">
            <a:noAutofit/>
          </a:bodyPr>
          <a:lstStyle>
            <a:lvl1pPr algn="l">
              <a:defRPr sz="1200">
                <a:solidFill>
                  <a:schemeClr val="tx2"/>
                </a:solidFill>
                <a:latin typeface="+mn-lt"/>
              </a:defRPr>
            </a:lvl1pPr>
          </a:lstStyle>
          <a:p>
            <a:r>
              <a:rPr lang="en-US"/>
              <a:t>9/8/20XX</a:t>
            </a:r>
          </a:p>
        </p:txBody>
      </p:sp>
      <p:sp>
        <p:nvSpPr>
          <p:cNvPr id="5" name="Footer Placeholder 4">
            <a:extLst>
              <a:ext uri="{FF2B5EF4-FFF2-40B4-BE49-F238E27FC236}">
                <a16:creationId xmlns:a16="http://schemas.microsoft.com/office/drawing/2014/main" id="{60567522-C3B6-46EB-A361-BEC2510B00C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noAutofit/>
          </a:bodyPr>
          <a:lstStyle>
            <a:lvl1pPr algn="ctr">
              <a:defRPr sz="1200">
                <a:solidFill>
                  <a:schemeClr val="tx2"/>
                </a:solidFill>
                <a:latin typeface="+mn-lt"/>
              </a:defRPr>
            </a:lvl1pPr>
          </a:lstStyle>
          <a:p>
            <a:endParaRPr lang="en-US"/>
          </a:p>
        </p:txBody>
      </p:sp>
      <p:sp>
        <p:nvSpPr>
          <p:cNvPr id="6" name="Slide Number Placeholder 5">
            <a:extLst>
              <a:ext uri="{FF2B5EF4-FFF2-40B4-BE49-F238E27FC236}">
                <a16:creationId xmlns:a16="http://schemas.microsoft.com/office/drawing/2014/main" id="{CDC57CF0-034F-450D-937C-718D5AF1A059}"/>
              </a:ext>
            </a:extLst>
          </p:cNvPr>
          <p:cNvSpPr>
            <a:spLocks noGrp="1"/>
          </p:cNvSpPr>
          <p:nvPr>
            <p:ph type="sldNum" sz="quarter" idx="4"/>
          </p:nvPr>
        </p:nvSpPr>
        <p:spPr>
          <a:xfrm>
            <a:off x="9067800" y="6356350"/>
            <a:ext cx="2743200" cy="365125"/>
          </a:xfrm>
          <a:prstGeom prst="rect">
            <a:avLst/>
          </a:prstGeom>
        </p:spPr>
        <p:txBody>
          <a:bodyPr vert="horz" lIns="91440" tIns="45720" rIns="91440" bIns="45720" rtlCol="0" anchor="ctr">
            <a:noAutofit/>
          </a:bodyPr>
          <a:lstStyle>
            <a:lvl1pPr algn="r">
              <a:defRPr sz="1200">
                <a:solidFill>
                  <a:schemeClr val="tx2"/>
                </a:solidFill>
                <a:latin typeface="+mn-lt"/>
              </a:defRPr>
            </a:lvl1pPr>
          </a:lstStyle>
          <a:p>
            <a:fld id="{294A09A9-5501-47C1-A89A-A340965A2BE2}" type="slidenum">
              <a:rPr lang="en-US" smtClean="0"/>
              <a:pPr/>
              <a:t>‹#›</a:t>
            </a:fld>
            <a:endParaRPr lang="en-US"/>
          </a:p>
        </p:txBody>
      </p:sp>
    </p:spTree>
    <p:extLst>
      <p:ext uri="{BB962C8B-B14F-4D97-AF65-F5344CB8AC3E}">
        <p14:creationId xmlns:p14="http://schemas.microsoft.com/office/powerpoint/2010/main" val="178835397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73" r:id="rId3"/>
    <p:sldLayoutId id="2147483674" r:id="rId4"/>
    <p:sldLayoutId id="2147483671" r:id="rId5"/>
    <p:sldLayoutId id="2147483659" r:id="rId6"/>
    <p:sldLayoutId id="2147483668" r:id="rId7"/>
    <p:sldLayoutId id="2147483669" r:id="rId8"/>
    <p:sldLayoutId id="2147483675" r:id="rId9"/>
    <p:sldLayoutId id="2147483677" r:id="rId10"/>
    <p:sldLayoutId id="2147483676" r:id="rId11"/>
    <p:sldLayoutId id="2147483661" r:id="rId12"/>
    <p:sldLayoutId id="2147483666" r:id="rId13"/>
  </p:sldLayoutIdLst>
  <p:hf sldNum="0" hdr="0" ftr="0" dt="0"/>
  <p:txStyles>
    <p:titleStyle>
      <a:lvl1pPr algn="l" defTabSz="914400" rtl="0" eaLnBrk="1" latinLnBrk="0" hangingPunct="1">
        <a:lnSpc>
          <a:spcPct val="8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A4A3A4"/>
          </p15:clr>
        </p15:guide>
        <p15:guide id="2" pos="3840" userDrawn="1">
          <p15:clr>
            <a:srgbClr val="A4A3A4"/>
          </p15:clr>
        </p15:guide>
        <p15:guide id="3" pos="240" userDrawn="1">
          <p15:clr>
            <a:srgbClr val="547EBF"/>
          </p15:clr>
        </p15:guide>
        <p15:guide id="4" orient="horz" pos="240" userDrawn="1">
          <p15:clr>
            <a:srgbClr val="547EBF"/>
          </p15:clr>
        </p15:guide>
        <p15:guide id="5" pos="7440" userDrawn="1">
          <p15:clr>
            <a:srgbClr val="547EBF"/>
          </p15:clr>
        </p15:guide>
        <p15:guide id="6" orient="horz" pos="4080" userDrawn="1">
          <p15:clr>
            <a:srgbClr val="547EBF"/>
          </p15:clr>
        </p15:guide>
        <p15:guide id="7" pos="3960" userDrawn="1">
          <p15:clr>
            <a:srgbClr val="547EBF"/>
          </p15:clr>
        </p15:guide>
        <p15:guide id="8" pos="3720" userDrawn="1">
          <p15:clr>
            <a:srgbClr val="547EBF"/>
          </p15:clr>
        </p15:guide>
        <p15:guide id="9" pos="2112" userDrawn="1">
          <p15:clr>
            <a:srgbClr val="547EBF"/>
          </p15:clr>
        </p15:guide>
        <p15:guide id="10" pos="1848" userDrawn="1">
          <p15:clr>
            <a:srgbClr val="547EBF"/>
          </p15:clr>
        </p15:guide>
        <p15:guide id="11" pos="5568" userDrawn="1">
          <p15:clr>
            <a:srgbClr val="547EBF"/>
          </p15:clr>
        </p15:guide>
        <p15:guide id="12" pos="5832" userDrawn="1">
          <p15:clr>
            <a:srgbClr val="547EBF"/>
          </p15:clr>
        </p15:guide>
        <p15:guide id="13" pos="4968" userDrawn="1">
          <p15:clr>
            <a:srgbClr val="9FCC3B"/>
          </p15:clr>
        </p15:guide>
        <p15:guide id="14" pos="5208" userDrawn="1">
          <p15:clr>
            <a:srgbClr val="9FCC3B"/>
          </p15:clr>
        </p15:guide>
        <p15:guide id="15" pos="2712" userDrawn="1">
          <p15:clr>
            <a:srgbClr val="9FCC3B"/>
          </p15:clr>
        </p15:guide>
        <p15:guide id="16" pos="2472" userDrawn="1">
          <p15:clr>
            <a:srgbClr val="9FCC3B"/>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7.xml"/><Relationship Id="rId4" Type="http://schemas.openxmlformats.org/officeDocument/2006/relationships/image" Target="../media/image4.jpeg"/></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DF3D98-3C30-4CFC-8643-C81E829C8C25}"/>
              </a:ext>
            </a:extLst>
          </p:cNvPr>
          <p:cNvSpPr>
            <a:spLocks noGrp="1"/>
          </p:cNvSpPr>
          <p:nvPr>
            <p:ph type="ctrTitle"/>
          </p:nvPr>
        </p:nvSpPr>
        <p:spPr>
          <a:xfrm>
            <a:off x="1167493" y="1408046"/>
            <a:ext cx="7096933" cy="1135916"/>
          </a:xfrm>
        </p:spPr>
        <p:txBody>
          <a:bodyPr/>
          <a:lstStyle/>
          <a:p>
            <a:r>
              <a:rPr lang="en-US"/>
              <a:t>Smart automation</a:t>
            </a:r>
            <a:br>
              <a:rPr lang="en-US"/>
            </a:br>
            <a:r>
              <a:rPr lang="en-US"/>
              <a:t>Robotic surgery-DaVinci</a:t>
            </a:r>
          </a:p>
        </p:txBody>
      </p:sp>
      <p:sp>
        <p:nvSpPr>
          <p:cNvPr id="3" name="TextBox 2">
            <a:extLst>
              <a:ext uri="{FF2B5EF4-FFF2-40B4-BE49-F238E27FC236}">
                <a16:creationId xmlns:a16="http://schemas.microsoft.com/office/drawing/2014/main" id="{757F4B57-14A5-70BA-ABB2-5A0C3C789D78}"/>
              </a:ext>
            </a:extLst>
          </p:cNvPr>
          <p:cNvSpPr txBox="1"/>
          <p:nvPr/>
        </p:nvSpPr>
        <p:spPr>
          <a:xfrm>
            <a:off x="7658001" y="3152935"/>
            <a:ext cx="4170405" cy="147732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Students: Alican Andrei</a:t>
            </a:r>
          </a:p>
          <a:p>
            <a:r>
              <a:rPr lang="en-US"/>
              <a:t>     Condrea Laurentiu</a:t>
            </a:r>
          </a:p>
          <a:p>
            <a:r>
              <a:rPr lang="en-US"/>
              <a:t>     </a:t>
            </a:r>
            <a:r>
              <a:rPr lang="en-US" err="1"/>
              <a:t>Chirion</a:t>
            </a:r>
            <a:r>
              <a:rPr lang="en-US"/>
              <a:t> Bogdan</a:t>
            </a:r>
          </a:p>
          <a:p>
            <a:r>
              <a:rPr lang="en-US"/>
              <a:t>        Grigore Valentin</a:t>
            </a:r>
          </a:p>
          <a:p>
            <a:r>
              <a:rPr lang="en-US"/>
              <a:t>     Sile Marius  </a:t>
            </a:r>
          </a:p>
        </p:txBody>
      </p:sp>
      <p:sp>
        <p:nvSpPr>
          <p:cNvPr id="4" name="TextBox 3">
            <a:extLst>
              <a:ext uri="{FF2B5EF4-FFF2-40B4-BE49-F238E27FC236}">
                <a16:creationId xmlns:a16="http://schemas.microsoft.com/office/drawing/2014/main" id="{F202AA95-852A-7DB7-1BE6-BD7FF1DB4C57}"/>
              </a:ext>
            </a:extLst>
          </p:cNvPr>
          <p:cNvSpPr txBox="1"/>
          <p:nvPr/>
        </p:nvSpPr>
        <p:spPr>
          <a:xfrm>
            <a:off x="7660699" y="4922108"/>
            <a:ext cx="3521675"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Specialization: Robotics</a:t>
            </a:r>
          </a:p>
          <a:p>
            <a:r>
              <a:rPr lang="en-US"/>
              <a:t>Year of study: IV</a:t>
            </a:r>
          </a:p>
          <a:p>
            <a:endParaRPr lang="en-US"/>
          </a:p>
        </p:txBody>
      </p:sp>
    </p:spTree>
    <p:extLst>
      <p:ext uri="{BB962C8B-B14F-4D97-AF65-F5344CB8AC3E}">
        <p14:creationId xmlns:p14="http://schemas.microsoft.com/office/powerpoint/2010/main" val="22593088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2DF434-28DB-4621-A497-D62C41CE0419}"/>
              </a:ext>
            </a:extLst>
          </p:cNvPr>
          <p:cNvSpPr>
            <a:spLocks noGrp="1"/>
          </p:cNvSpPr>
          <p:nvPr>
            <p:ph type="title"/>
          </p:nvPr>
        </p:nvSpPr>
        <p:spPr>
          <a:xfrm>
            <a:off x="1158864" y="102021"/>
            <a:ext cx="9779183" cy="1744415"/>
          </a:xfrm>
        </p:spPr>
        <p:txBody>
          <a:bodyPr/>
          <a:lstStyle/>
          <a:p>
            <a:r>
              <a:rPr lang="en-US"/>
              <a:t>Smart Automation </a:t>
            </a:r>
            <a:br>
              <a:rPr lang="en-US"/>
            </a:br>
            <a:endParaRPr lang="en-US"/>
          </a:p>
        </p:txBody>
      </p:sp>
      <p:sp>
        <p:nvSpPr>
          <p:cNvPr id="3" name="Content Placeholder 2">
            <a:extLst>
              <a:ext uri="{FF2B5EF4-FFF2-40B4-BE49-F238E27FC236}">
                <a16:creationId xmlns:a16="http://schemas.microsoft.com/office/drawing/2014/main" id="{22788C46-D0BC-4307-AE55-7601A139E7CB}"/>
              </a:ext>
            </a:extLst>
          </p:cNvPr>
          <p:cNvSpPr>
            <a:spLocks noGrp="1"/>
          </p:cNvSpPr>
          <p:nvPr>
            <p:ph idx="1"/>
          </p:nvPr>
        </p:nvSpPr>
        <p:spPr>
          <a:xfrm>
            <a:off x="1158865" y="2017467"/>
            <a:ext cx="9779182" cy="4128814"/>
          </a:xfrm>
        </p:spPr>
        <p:txBody>
          <a:bodyPr vert="horz" lIns="91440" tIns="45720" rIns="91440" bIns="45720" rtlCol="0" anchor="t">
            <a:normAutofit fontScale="92500"/>
          </a:bodyPr>
          <a:lstStyle/>
          <a:p>
            <a:r>
              <a:rPr lang="en-US">
                <a:ea typeface="+mn-lt"/>
                <a:cs typeface="+mn-lt"/>
              </a:rPr>
              <a:t>The use of technology or automated systems to replace human activity in a process, with continuous monitoring and automatic adjustments, enables improved efficiency and optimization.</a:t>
            </a:r>
          </a:p>
          <a:p>
            <a:pPr marL="457200" indent="-457200">
              <a:buFont typeface="Calibri" panose="020B0604020202020204" pitchFamily="34" charset="0"/>
              <a:buChar char="-"/>
            </a:pPr>
            <a:endParaRPr lang="en-US">
              <a:ea typeface="+mn-lt"/>
              <a:cs typeface="+mn-lt"/>
            </a:endParaRPr>
          </a:p>
          <a:p>
            <a:r>
              <a:rPr lang="en-US">
                <a:ea typeface="+mn-lt"/>
                <a:cs typeface="+mn-lt"/>
              </a:rPr>
              <a:t>Key Features of Smart Automation:</a:t>
            </a:r>
          </a:p>
          <a:p>
            <a:pPr marL="457200" indent="-457200">
              <a:buFont typeface="Calibri" panose="020B0604020202020204" pitchFamily="34" charset="0"/>
              <a:buChar char="-"/>
            </a:pPr>
            <a:r>
              <a:rPr lang="en-US">
                <a:ea typeface="+mn-lt"/>
                <a:cs typeface="+mn-lt"/>
              </a:rPr>
              <a:t>Autonomy</a:t>
            </a:r>
            <a:endParaRPr lang="en-US"/>
          </a:p>
          <a:p>
            <a:pPr marL="457200" indent="-457200">
              <a:buFont typeface="Calibri" panose="020B0604020202020204" pitchFamily="34" charset="0"/>
              <a:buChar char="-"/>
            </a:pPr>
            <a:r>
              <a:rPr lang="en-US">
                <a:ea typeface="+mn-lt"/>
                <a:cs typeface="+mn-lt"/>
              </a:rPr>
              <a:t>Intelligence</a:t>
            </a:r>
            <a:endParaRPr lang="en-US"/>
          </a:p>
          <a:p>
            <a:pPr marL="457200" indent="-457200">
              <a:buFont typeface="Calibri" panose="020B0604020202020204" pitchFamily="34" charset="0"/>
              <a:buChar char="-"/>
            </a:pPr>
            <a:r>
              <a:rPr lang="en-US">
                <a:ea typeface="+mn-lt"/>
                <a:cs typeface="+mn-lt"/>
              </a:rPr>
              <a:t>Real-time response</a:t>
            </a:r>
          </a:p>
          <a:p>
            <a:pPr marL="457200" indent="-457200">
              <a:buFont typeface="Calibri" panose="020B0604020202020204" pitchFamily="34" charset="0"/>
              <a:buChar char="-"/>
            </a:pPr>
            <a:r>
              <a:rPr lang="en-US"/>
              <a:t>Interconnectivity</a:t>
            </a:r>
          </a:p>
        </p:txBody>
      </p:sp>
    </p:spTree>
    <p:extLst>
      <p:ext uri="{BB962C8B-B14F-4D97-AF65-F5344CB8AC3E}">
        <p14:creationId xmlns:p14="http://schemas.microsoft.com/office/powerpoint/2010/main" val="132560859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6" name="Imagine 5" descr="O imagine care conține captură de ecran, desen animat&#10;&#10;Conținutul generat de inteligența artificială poate fi incorect.">
            <a:extLst>
              <a:ext uri="{FF2B5EF4-FFF2-40B4-BE49-F238E27FC236}">
                <a16:creationId xmlns:a16="http://schemas.microsoft.com/office/drawing/2014/main" id="{B2DB7745-41C0-DD79-540C-409891EE68C0}"/>
              </a:ext>
            </a:extLst>
          </p:cNvPr>
          <p:cNvPicPr>
            <a:picLocks noChangeAspect="1"/>
          </p:cNvPicPr>
          <p:nvPr/>
        </p:nvPicPr>
        <p:blipFill>
          <a:blip r:embed="rId2"/>
          <a:stretch>
            <a:fillRect/>
          </a:stretch>
        </p:blipFill>
        <p:spPr>
          <a:xfrm>
            <a:off x="2103" y="3291506"/>
            <a:ext cx="8110599" cy="3570391"/>
          </a:xfrm>
          <a:prstGeom prst="rect">
            <a:avLst/>
          </a:prstGeom>
        </p:spPr>
      </p:pic>
      <p:sp>
        <p:nvSpPr>
          <p:cNvPr id="2" name="Title 1">
            <a:extLst>
              <a:ext uri="{FF2B5EF4-FFF2-40B4-BE49-F238E27FC236}">
                <a16:creationId xmlns:a16="http://schemas.microsoft.com/office/drawing/2014/main" id="{16A31AB3-B0CB-2186-E771-5B78D3F23345}"/>
              </a:ext>
            </a:extLst>
          </p:cNvPr>
          <p:cNvSpPr>
            <a:spLocks noGrp="1"/>
          </p:cNvSpPr>
          <p:nvPr>
            <p:ph type="title"/>
          </p:nvPr>
        </p:nvSpPr>
        <p:spPr>
          <a:xfrm>
            <a:off x="1244508" y="-409592"/>
            <a:ext cx="9779183" cy="1744415"/>
          </a:xfrm>
        </p:spPr>
        <p:txBody>
          <a:bodyPr/>
          <a:lstStyle/>
          <a:p>
            <a:r>
              <a:rPr lang="en-US"/>
              <a:t>Autonomy</a:t>
            </a:r>
          </a:p>
        </p:txBody>
      </p:sp>
      <p:sp>
        <p:nvSpPr>
          <p:cNvPr id="3" name="Content Placeholder 2">
            <a:extLst>
              <a:ext uri="{FF2B5EF4-FFF2-40B4-BE49-F238E27FC236}">
                <a16:creationId xmlns:a16="http://schemas.microsoft.com/office/drawing/2014/main" id="{414F8BD4-45E3-A2CF-71B9-E096815D7C5F}"/>
              </a:ext>
            </a:extLst>
          </p:cNvPr>
          <p:cNvSpPr>
            <a:spLocks noGrp="1"/>
          </p:cNvSpPr>
          <p:nvPr>
            <p:ph idx="1"/>
          </p:nvPr>
        </p:nvSpPr>
        <p:spPr>
          <a:xfrm>
            <a:off x="1240708" y="1336374"/>
            <a:ext cx="9561201" cy="2691473"/>
          </a:xfrm>
        </p:spPr>
        <p:txBody>
          <a:bodyPr vert="horz" lIns="91440" tIns="45720" rIns="91440" bIns="45720" rtlCol="0" anchor="t">
            <a:normAutofit/>
          </a:bodyPr>
          <a:lstStyle/>
          <a:p>
            <a:r>
              <a:rPr lang="en-US">
                <a:ea typeface="+mn-lt"/>
                <a:cs typeface="+mn-lt"/>
              </a:rPr>
              <a:t>Autonomy in smart automation refers to the ability of intelligent systems to make decisions and take action without human intervention, using sensors, algorithms, and artificial intelligence to adapt in real time to changes in the environment or process.</a:t>
            </a:r>
            <a:endParaRPr lang="ro-RO"/>
          </a:p>
        </p:txBody>
      </p:sp>
    </p:spTree>
    <p:extLst>
      <p:ext uri="{BB962C8B-B14F-4D97-AF65-F5344CB8AC3E}">
        <p14:creationId xmlns:p14="http://schemas.microsoft.com/office/powerpoint/2010/main" val="385036063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4202F7-5A10-1998-29E1-0327D76F9207}"/>
              </a:ext>
            </a:extLst>
          </p:cNvPr>
          <p:cNvSpPr>
            <a:spLocks noGrp="1"/>
          </p:cNvSpPr>
          <p:nvPr>
            <p:ph type="title"/>
          </p:nvPr>
        </p:nvSpPr>
        <p:spPr>
          <a:xfrm>
            <a:off x="1158864" y="-36524"/>
            <a:ext cx="9779183" cy="1744415"/>
          </a:xfrm>
        </p:spPr>
        <p:txBody>
          <a:bodyPr/>
          <a:lstStyle/>
          <a:p>
            <a:r>
              <a:rPr lang="en-US"/>
              <a:t>Intelligence</a:t>
            </a:r>
          </a:p>
        </p:txBody>
      </p:sp>
      <p:sp>
        <p:nvSpPr>
          <p:cNvPr id="3" name="Content Placeholder 2">
            <a:extLst>
              <a:ext uri="{FF2B5EF4-FFF2-40B4-BE49-F238E27FC236}">
                <a16:creationId xmlns:a16="http://schemas.microsoft.com/office/drawing/2014/main" id="{CC56FDDB-0C79-E5DB-20FF-F37A68B0D1CA}"/>
              </a:ext>
            </a:extLst>
          </p:cNvPr>
          <p:cNvSpPr>
            <a:spLocks noGrp="1"/>
          </p:cNvSpPr>
          <p:nvPr>
            <p:ph idx="1"/>
          </p:nvPr>
        </p:nvSpPr>
        <p:spPr>
          <a:xfrm>
            <a:off x="1158865" y="1750272"/>
            <a:ext cx="9779182" cy="3366815"/>
          </a:xfrm>
        </p:spPr>
        <p:txBody>
          <a:bodyPr vert="horz" lIns="91440" tIns="45720" rIns="91440" bIns="45720" rtlCol="0" anchor="t">
            <a:normAutofit/>
          </a:bodyPr>
          <a:lstStyle/>
          <a:p>
            <a:r>
              <a:rPr lang="en-US">
                <a:ea typeface="+mn-lt"/>
                <a:cs typeface="+mn-lt"/>
              </a:rPr>
              <a:t>Intelligence in smart automation enables systems to understand and interpret complex data. This helps them make autonomous decisions, optimize processes, and adapt to changes in real time.</a:t>
            </a:r>
            <a:endParaRPr lang="ro-RO"/>
          </a:p>
        </p:txBody>
      </p:sp>
      <p:pic>
        <p:nvPicPr>
          <p:cNvPr id="6" name="Imagine 5" descr="O imagine care conține captură de ecran, desen animat&#10;&#10;Conținutul generat de inteligența artificială poate fi incorect.">
            <a:extLst>
              <a:ext uri="{FF2B5EF4-FFF2-40B4-BE49-F238E27FC236}">
                <a16:creationId xmlns:a16="http://schemas.microsoft.com/office/drawing/2014/main" id="{BE46108A-9A5B-4ABF-10EE-EB4267CE02AE}"/>
              </a:ext>
            </a:extLst>
          </p:cNvPr>
          <p:cNvPicPr>
            <a:picLocks noChangeAspect="1"/>
          </p:cNvPicPr>
          <p:nvPr/>
        </p:nvPicPr>
        <p:blipFill>
          <a:blip r:embed="rId2"/>
          <a:stretch>
            <a:fillRect/>
          </a:stretch>
        </p:blipFill>
        <p:spPr>
          <a:xfrm>
            <a:off x="2103" y="3291506"/>
            <a:ext cx="8110599" cy="3570391"/>
          </a:xfrm>
          <a:prstGeom prst="rect">
            <a:avLst/>
          </a:prstGeom>
        </p:spPr>
      </p:pic>
    </p:spTree>
    <p:extLst>
      <p:ext uri="{BB962C8B-B14F-4D97-AF65-F5344CB8AC3E}">
        <p14:creationId xmlns:p14="http://schemas.microsoft.com/office/powerpoint/2010/main" val="111085061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Imagine 5" descr="O imagine care conține captură de ecran, desen animat&#10;&#10;Conținutul generat de inteligența artificială poate fi incorect.">
            <a:extLst>
              <a:ext uri="{FF2B5EF4-FFF2-40B4-BE49-F238E27FC236}">
                <a16:creationId xmlns:a16="http://schemas.microsoft.com/office/drawing/2014/main" id="{3169043C-0BEB-1AFB-B8D6-A1C97F92683D}"/>
              </a:ext>
            </a:extLst>
          </p:cNvPr>
          <p:cNvPicPr>
            <a:picLocks noChangeAspect="1"/>
          </p:cNvPicPr>
          <p:nvPr/>
        </p:nvPicPr>
        <p:blipFill>
          <a:blip r:embed="rId2"/>
          <a:stretch>
            <a:fillRect/>
          </a:stretch>
        </p:blipFill>
        <p:spPr>
          <a:xfrm>
            <a:off x="2103" y="3291506"/>
            <a:ext cx="8110599" cy="3570391"/>
          </a:xfrm>
          <a:prstGeom prst="rect">
            <a:avLst/>
          </a:prstGeom>
        </p:spPr>
      </p:pic>
      <p:sp>
        <p:nvSpPr>
          <p:cNvPr id="2" name="Title 1">
            <a:extLst>
              <a:ext uri="{FF2B5EF4-FFF2-40B4-BE49-F238E27FC236}">
                <a16:creationId xmlns:a16="http://schemas.microsoft.com/office/drawing/2014/main" id="{9355E6B4-B0B6-72F8-1DFF-5711DB6530E6}"/>
              </a:ext>
            </a:extLst>
          </p:cNvPr>
          <p:cNvSpPr>
            <a:spLocks noGrp="1"/>
          </p:cNvSpPr>
          <p:nvPr>
            <p:ph type="title"/>
          </p:nvPr>
        </p:nvSpPr>
        <p:spPr>
          <a:xfrm>
            <a:off x="1208345" y="-541226"/>
            <a:ext cx="9779183" cy="1744415"/>
          </a:xfrm>
        </p:spPr>
        <p:txBody>
          <a:bodyPr/>
          <a:lstStyle/>
          <a:p>
            <a:r>
              <a:rPr lang="en-US"/>
              <a:t>Real-time response</a:t>
            </a:r>
          </a:p>
        </p:txBody>
      </p:sp>
      <p:sp>
        <p:nvSpPr>
          <p:cNvPr id="3" name="Content Placeholder 2">
            <a:extLst>
              <a:ext uri="{FF2B5EF4-FFF2-40B4-BE49-F238E27FC236}">
                <a16:creationId xmlns:a16="http://schemas.microsoft.com/office/drawing/2014/main" id="{A1D9B875-C3B5-C9FA-BA29-566392E031A1}"/>
              </a:ext>
            </a:extLst>
          </p:cNvPr>
          <p:cNvSpPr>
            <a:spLocks noGrp="1"/>
          </p:cNvSpPr>
          <p:nvPr>
            <p:ph idx="1"/>
          </p:nvPr>
        </p:nvSpPr>
        <p:spPr>
          <a:xfrm>
            <a:off x="1208346" y="1087233"/>
            <a:ext cx="9779182" cy="2961075"/>
          </a:xfrm>
        </p:spPr>
        <p:txBody>
          <a:bodyPr vert="horz" lIns="91440" tIns="45720" rIns="91440" bIns="45720" rtlCol="0" anchor="t">
            <a:normAutofit/>
          </a:bodyPr>
          <a:lstStyle/>
          <a:p>
            <a:r>
              <a:rPr lang="en-US">
                <a:ea typeface="+mn-lt"/>
                <a:cs typeface="+mn-lt"/>
              </a:rPr>
              <a:t>Real-time response refers to the ability of a system or process to respond to inputs or changes immediately or within a very short time frame, often in a manner that is perceived as instantaneous by the user. It ensures that data is processed and actions are taken without significant delays, typically in environments where timely responses are critical.</a:t>
            </a:r>
            <a:endParaRPr lang="en-US"/>
          </a:p>
        </p:txBody>
      </p:sp>
    </p:spTree>
    <p:extLst>
      <p:ext uri="{BB962C8B-B14F-4D97-AF65-F5344CB8AC3E}">
        <p14:creationId xmlns:p14="http://schemas.microsoft.com/office/powerpoint/2010/main" val="329485326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Imagine 5" descr="O imagine care conține captură de ecran, desen animat&#10;&#10;Conținutul generat de inteligența artificială poate fi incorect.">
            <a:extLst>
              <a:ext uri="{FF2B5EF4-FFF2-40B4-BE49-F238E27FC236}">
                <a16:creationId xmlns:a16="http://schemas.microsoft.com/office/drawing/2014/main" id="{9945315A-7294-8B2D-CB83-C21E6FA397DD}"/>
              </a:ext>
            </a:extLst>
          </p:cNvPr>
          <p:cNvPicPr>
            <a:picLocks noChangeAspect="1"/>
          </p:cNvPicPr>
          <p:nvPr/>
        </p:nvPicPr>
        <p:blipFill>
          <a:blip r:embed="rId2"/>
          <a:stretch>
            <a:fillRect/>
          </a:stretch>
        </p:blipFill>
        <p:spPr>
          <a:xfrm>
            <a:off x="2103" y="3291506"/>
            <a:ext cx="8110599" cy="3570391"/>
          </a:xfrm>
          <a:prstGeom prst="rect">
            <a:avLst/>
          </a:prstGeom>
        </p:spPr>
      </p:pic>
      <p:sp>
        <p:nvSpPr>
          <p:cNvPr id="2" name="Title 1">
            <a:extLst>
              <a:ext uri="{FF2B5EF4-FFF2-40B4-BE49-F238E27FC236}">
                <a16:creationId xmlns:a16="http://schemas.microsoft.com/office/drawing/2014/main" id="{9D648ABE-D256-5FB7-8398-CE91921F4F1F}"/>
              </a:ext>
            </a:extLst>
          </p:cNvPr>
          <p:cNvSpPr>
            <a:spLocks noGrp="1"/>
          </p:cNvSpPr>
          <p:nvPr>
            <p:ph type="title"/>
          </p:nvPr>
        </p:nvSpPr>
        <p:spPr>
          <a:xfrm>
            <a:off x="1158864" y="-778733"/>
            <a:ext cx="9779183" cy="1744415"/>
          </a:xfrm>
        </p:spPr>
        <p:txBody>
          <a:bodyPr/>
          <a:lstStyle/>
          <a:p>
            <a:r>
              <a:rPr lang="en-US"/>
              <a:t>Interconnectivity</a:t>
            </a:r>
          </a:p>
        </p:txBody>
      </p:sp>
      <p:sp>
        <p:nvSpPr>
          <p:cNvPr id="3" name="Content Placeholder 2">
            <a:extLst>
              <a:ext uri="{FF2B5EF4-FFF2-40B4-BE49-F238E27FC236}">
                <a16:creationId xmlns:a16="http://schemas.microsoft.com/office/drawing/2014/main" id="{6B7FA73D-BE37-0543-1D35-2E9DA1BAA7B6}"/>
              </a:ext>
            </a:extLst>
          </p:cNvPr>
          <p:cNvSpPr>
            <a:spLocks noGrp="1"/>
          </p:cNvSpPr>
          <p:nvPr>
            <p:ph idx="1"/>
          </p:nvPr>
        </p:nvSpPr>
        <p:spPr>
          <a:xfrm>
            <a:off x="1158865" y="968480"/>
            <a:ext cx="9779182" cy="3366815"/>
          </a:xfrm>
        </p:spPr>
        <p:txBody>
          <a:bodyPr vert="horz" lIns="91440" tIns="45720" rIns="91440" bIns="45720" rtlCol="0" anchor="t">
            <a:normAutofit/>
          </a:bodyPr>
          <a:lstStyle/>
          <a:p>
            <a:r>
              <a:rPr lang="en-US">
                <a:ea typeface="+mn-lt"/>
                <a:cs typeface="+mn-lt"/>
              </a:rPr>
              <a:t>Interconnectivity refers to the state of being connected or linked together, allowing different systems, devices, or networks to communicate and exchange data. It enables the integration and interaction between various components, ensuring that they work together efficiently and can share information in real-time.</a:t>
            </a:r>
            <a:endParaRPr lang="en-US"/>
          </a:p>
        </p:txBody>
      </p:sp>
    </p:spTree>
    <p:extLst>
      <p:ext uri="{BB962C8B-B14F-4D97-AF65-F5344CB8AC3E}">
        <p14:creationId xmlns:p14="http://schemas.microsoft.com/office/powerpoint/2010/main" val="274721725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272885-49AD-DE2C-21DC-05632E0E46A6}"/>
              </a:ext>
            </a:extLst>
          </p:cNvPr>
          <p:cNvSpPr>
            <a:spLocks noGrp="1"/>
          </p:cNvSpPr>
          <p:nvPr>
            <p:ph type="title"/>
          </p:nvPr>
        </p:nvSpPr>
        <p:spPr/>
        <p:txBody>
          <a:bodyPr/>
          <a:lstStyle/>
          <a:p>
            <a:r>
              <a:rPr lang="en-US"/>
              <a:t>Autonomy in DaVinci</a:t>
            </a:r>
          </a:p>
        </p:txBody>
      </p:sp>
      <p:sp>
        <p:nvSpPr>
          <p:cNvPr id="3" name="Content Placeholder 2">
            <a:extLst>
              <a:ext uri="{FF2B5EF4-FFF2-40B4-BE49-F238E27FC236}">
                <a16:creationId xmlns:a16="http://schemas.microsoft.com/office/drawing/2014/main" id="{6DC62C42-A2AA-CB81-E78B-8B10562932C6}"/>
              </a:ext>
            </a:extLst>
          </p:cNvPr>
          <p:cNvSpPr>
            <a:spLocks noGrp="1"/>
          </p:cNvSpPr>
          <p:nvPr>
            <p:ph idx="15"/>
          </p:nvPr>
        </p:nvSpPr>
        <p:spPr/>
        <p:txBody>
          <a:bodyPr vert="horz" lIns="91440" tIns="45720" rIns="91440" bIns="45720" rtlCol="0" anchor="t">
            <a:normAutofit/>
          </a:bodyPr>
          <a:lstStyle/>
          <a:p>
            <a:r>
              <a:rPr lang="en-US"/>
              <a:t>DaVinci is not autonomous (yet), a surgeon is always in control.</a:t>
            </a:r>
          </a:p>
          <a:p>
            <a:r>
              <a:rPr lang="en-US"/>
              <a:t>However, smart automation helps the surgeon a lot, think of it like autopilot in a plane, it assists, but the human is still in charge.</a:t>
            </a:r>
          </a:p>
        </p:txBody>
      </p:sp>
      <p:pic>
        <p:nvPicPr>
          <p:cNvPr id="5" name="Picture Placeholder 4" descr="Several surgeons working in a medical room&#10;&#10;AI-generated content may be incorrect.">
            <a:extLst>
              <a:ext uri="{FF2B5EF4-FFF2-40B4-BE49-F238E27FC236}">
                <a16:creationId xmlns:a16="http://schemas.microsoft.com/office/drawing/2014/main" id="{5C46DB23-878A-D4E5-0BC4-85BFFC404947}"/>
              </a:ext>
            </a:extLst>
          </p:cNvPr>
          <p:cNvPicPr>
            <a:picLocks noGrp="1" noChangeAspect="1"/>
          </p:cNvPicPr>
          <p:nvPr>
            <p:ph type="pic" sz="quarter" idx="14"/>
          </p:nvPr>
        </p:nvPicPr>
        <p:blipFill>
          <a:blip r:embed="rId2"/>
          <a:srcRect l="18750" r="18750"/>
          <a:stretch/>
        </p:blipFill>
        <p:spPr/>
      </p:pic>
    </p:spTree>
    <p:extLst>
      <p:ext uri="{BB962C8B-B14F-4D97-AF65-F5344CB8AC3E}">
        <p14:creationId xmlns:p14="http://schemas.microsoft.com/office/powerpoint/2010/main" val="98676061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CEE190-899A-46D2-989D-C4BC6A46F946}"/>
              </a:ext>
            </a:extLst>
          </p:cNvPr>
          <p:cNvSpPr>
            <a:spLocks noGrp="1"/>
          </p:cNvSpPr>
          <p:nvPr>
            <p:ph type="title"/>
          </p:nvPr>
        </p:nvSpPr>
        <p:spPr>
          <a:xfrm>
            <a:off x="954533" y="235051"/>
            <a:ext cx="5029200" cy="850731"/>
          </a:xfrm>
        </p:spPr>
        <p:txBody>
          <a:bodyPr vert="horz" lIns="91440" tIns="45720" rIns="91440" bIns="45720" rtlCol="0" anchor="b">
            <a:normAutofit fontScale="90000"/>
          </a:bodyPr>
          <a:lstStyle/>
          <a:p>
            <a:r>
              <a:rPr lang="en-US">
                <a:ea typeface="+mj-lt"/>
                <a:cs typeface="+mj-lt"/>
              </a:rPr>
              <a:t>Artificial Intelligence in    DaVinci</a:t>
            </a:r>
            <a:endParaRPr lang="en-US"/>
          </a:p>
        </p:txBody>
      </p:sp>
      <p:sp>
        <p:nvSpPr>
          <p:cNvPr id="8" name="TextBox 7">
            <a:extLst>
              <a:ext uri="{FF2B5EF4-FFF2-40B4-BE49-F238E27FC236}">
                <a16:creationId xmlns:a16="http://schemas.microsoft.com/office/drawing/2014/main" id="{D8D65DD4-CE17-A2A9-F61B-92F17E941CFA}"/>
              </a:ext>
            </a:extLst>
          </p:cNvPr>
          <p:cNvSpPr txBox="1"/>
          <p:nvPr/>
        </p:nvSpPr>
        <p:spPr>
          <a:xfrm>
            <a:off x="222613" y="861040"/>
            <a:ext cx="4663440" cy="4302650"/>
          </a:xfrm>
          <a:prstGeom prst="rect">
            <a:avLst/>
          </a:prstGeom>
        </p:spPr>
        <p:txBody>
          <a:bodyPr rot="0" spcFirstLastPara="0" vertOverflow="overflow" horzOverflow="overflow" vert="horz" lIns="91440" tIns="45720" rIns="91440" bIns="45720" numCol="1" spcCol="0" rtlCol="0" fromWordArt="0" anchor="t" anchorCtr="0" forceAA="0" compatLnSpc="1">
            <a:prstTxWarp prst="textNoShape">
              <a:avLst/>
            </a:prstTxWarp>
            <a:normAutofit/>
          </a:bodyPr>
          <a:lstStyle/>
          <a:p>
            <a:pPr>
              <a:lnSpc>
                <a:spcPct val="90000"/>
              </a:lnSpc>
              <a:spcBef>
                <a:spcPts val="1000"/>
              </a:spcBef>
            </a:pPr>
            <a:endParaRPr lang="en-US" sz="2000">
              <a:ea typeface="+mn-lt"/>
              <a:cs typeface="+mn-lt"/>
            </a:endParaRPr>
          </a:p>
          <a:p>
            <a:pPr marL="342900" indent="-342900">
              <a:lnSpc>
                <a:spcPct val="90000"/>
              </a:lnSpc>
              <a:spcBef>
                <a:spcPts val="1000"/>
              </a:spcBef>
              <a:buFont typeface="Calibri" panose="020B0604020202020204" pitchFamily="34" charset="0"/>
              <a:buChar char="-"/>
            </a:pPr>
            <a:r>
              <a:rPr lang="en-US" sz="2000">
                <a:solidFill>
                  <a:srgbClr val="000000"/>
                </a:solidFill>
                <a:ea typeface="+mn-lt"/>
                <a:cs typeface="+mn-lt"/>
              </a:rPr>
              <a:t>The artificial intelligence in the Da Vinci system helps analyze medical images, enhances visualization, monitors the robot's movements, and learns from surgeries to optimize performance.</a:t>
            </a:r>
          </a:p>
          <a:p>
            <a:pPr>
              <a:lnSpc>
                <a:spcPct val="90000"/>
              </a:lnSpc>
              <a:spcBef>
                <a:spcPts val="1000"/>
              </a:spcBef>
            </a:pPr>
            <a:endParaRPr lang="en-US" sz="2000"/>
          </a:p>
          <a:p>
            <a:pPr>
              <a:lnSpc>
                <a:spcPct val="90000"/>
              </a:lnSpc>
              <a:spcBef>
                <a:spcPts val="1000"/>
              </a:spcBef>
            </a:pPr>
            <a:endParaRPr lang="en-US" sz="2000"/>
          </a:p>
          <a:p>
            <a:pPr>
              <a:lnSpc>
                <a:spcPct val="90000"/>
              </a:lnSpc>
              <a:spcBef>
                <a:spcPts val="1000"/>
              </a:spcBef>
              <a:buFont typeface="Arial" panose="020B0604020202020204" pitchFamily="34" charset="0"/>
            </a:pPr>
            <a:endParaRPr lang="en-US" sz="2000"/>
          </a:p>
        </p:txBody>
      </p:sp>
      <p:pic>
        <p:nvPicPr>
          <p:cNvPr id="15" name="Content Placeholder 14" descr="A diagram of a machine learning process&#10;&#10;AI-generated content may be incorrect.">
            <a:extLst>
              <a:ext uri="{FF2B5EF4-FFF2-40B4-BE49-F238E27FC236}">
                <a16:creationId xmlns:a16="http://schemas.microsoft.com/office/drawing/2014/main" id="{67487042-A206-2C25-63DF-5EDDA07E2ADF}"/>
              </a:ext>
            </a:extLst>
          </p:cNvPr>
          <p:cNvPicPr>
            <a:picLocks noGrp="1" noChangeAspect="1"/>
          </p:cNvPicPr>
          <p:nvPr>
            <p:ph idx="10"/>
          </p:nvPr>
        </p:nvPicPr>
        <p:blipFill>
          <a:blip r:embed="rId3"/>
          <a:stretch>
            <a:fillRect/>
          </a:stretch>
        </p:blipFill>
        <p:spPr>
          <a:xfrm>
            <a:off x="6805768" y="1220701"/>
            <a:ext cx="4101182" cy="4422781"/>
          </a:xfrm>
        </p:spPr>
      </p:pic>
      <p:pic>
        <p:nvPicPr>
          <p:cNvPr id="4" name="Picture 3" descr="A diagram of a process&#10;&#10;AI-generated content may be incorrect.">
            <a:extLst>
              <a:ext uri="{FF2B5EF4-FFF2-40B4-BE49-F238E27FC236}">
                <a16:creationId xmlns:a16="http://schemas.microsoft.com/office/drawing/2014/main" id="{969D7A8F-B58A-22EA-FE7D-C3D0478C8945}"/>
              </a:ext>
            </a:extLst>
          </p:cNvPr>
          <p:cNvPicPr>
            <a:picLocks noChangeAspect="1"/>
          </p:cNvPicPr>
          <p:nvPr/>
        </p:nvPicPr>
        <p:blipFill>
          <a:blip r:embed="rId4"/>
          <a:stretch>
            <a:fillRect/>
          </a:stretch>
        </p:blipFill>
        <p:spPr>
          <a:xfrm>
            <a:off x="219866" y="3415348"/>
            <a:ext cx="5153025" cy="3209925"/>
          </a:xfrm>
          <a:prstGeom prst="rect">
            <a:avLst/>
          </a:prstGeom>
        </p:spPr>
      </p:pic>
    </p:spTree>
    <p:extLst>
      <p:ext uri="{BB962C8B-B14F-4D97-AF65-F5344CB8AC3E}">
        <p14:creationId xmlns:p14="http://schemas.microsoft.com/office/powerpoint/2010/main" val="77975060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EDF9E134-98AA-3ECE-E40A-180C85ACD7D5}"/>
              </a:ext>
            </a:extLst>
          </p:cNvPr>
          <p:cNvSpPr>
            <a:spLocks noGrp="1"/>
          </p:cNvSpPr>
          <p:nvPr>
            <p:ph type="title"/>
          </p:nvPr>
        </p:nvSpPr>
        <p:spPr>
          <a:xfrm>
            <a:off x="1167492" y="136526"/>
            <a:ext cx="9601200" cy="1653371"/>
          </a:xfrm>
        </p:spPr>
        <p:txBody>
          <a:bodyPr vert="horz" lIns="91440" tIns="45720" rIns="91440" bIns="45720" rtlCol="0" anchor="b">
            <a:normAutofit/>
          </a:bodyPr>
          <a:lstStyle/>
          <a:p>
            <a:r>
              <a:rPr lang="en-US" b="1" kern="1200">
                <a:latin typeface="+mj-lt"/>
                <a:ea typeface="+mj-ea"/>
                <a:cs typeface="+mj-cs"/>
              </a:rPr>
              <a:t>Interconnectivity</a:t>
            </a:r>
          </a:p>
        </p:txBody>
      </p:sp>
      <p:pic>
        <p:nvPicPr>
          <p:cNvPr id="2" name="Picture 1" descr="A close-up of a machine&#10;&#10;AI-generated content may be incorrect.">
            <a:extLst>
              <a:ext uri="{FF2B5EF4-FFF2-40B4-BE49-F238E27FC236}">
                <a16:creationId xmlns:a16="http://schemas.microsoft.com/office/drawing/2014/main" id="{B67FB877-43F1-B295-3CB0-7E07173A140B}"/>
              </a:ext>
            </a:extLst>
          </p:cNvPr>
          <p:cNvPicPr>
            <a:picLocks noChangeAspect="1"/>
          </p:cNvPicPr>
          <p:nvPr/>
        </p:nvPicPr>
        <p:blipFill>
          <a:blip r:embed="rId3"/>
          <a:stretch>
            <a:fillRect/>
          </a:stretch>
        </p:blipFill>
        <p:spPr>
          <a:xfrm>
            <a:off x="200583" y="2398635"/>
            <a:ext cx="5597134" cy="3145504"/>
          </a:xfrm>
          <a:prstGeom prst="rect">
            <a:avLst/>
          </a:prstGeom>
          <a:noFill/>
        </p:spPr>
      </p:pic>
      <p:sp>
        <p:nvSpPr>
          <p:cNvPr id="9" name="TextBox 8">
            <a:extLst>
              <a:ext uri="{FF2B5EF4-FFF2-40B4-BE49-F238E27FC236}">
                <a16:creationId xmlns:a16="http://schemas.microsoft.com/office/drawing/2014/main" id="{632C268E-1CA3-A079-C7CA-568F806ECB50}"/>
              </a:ext>
            </a:extLst>
          </p:cNvPr>
          <p:cNvSpPr txBox="1"/>
          <p:nvPr/>
        </p:nvSpPr>
        <p:spPr>
          <a:xfrm>
            <a:off x="6092735" y="1795384"/>
            <a:ext cx="5599611" cy="4323432"/>
          </a:xfrm>
          <a:prstGeom prst="rect">
            <a:avLst/>
          </a:prstGeom>
        </p:spPr>
        <p:txBody>
          <a:bodyPr rot="0" spcFirstLastPara="0" vertOverflow="overflow" horzOverflow="overflow" vert="horz" lIns="91440" tIns="45720" rIns="91440" bIns="45720" numCol="1" spcCol="0" rtlCol="0" fromWordArt="0" anchor="t" anchorCtr="0" forceAA="0" compatLnSpc="1">
            <a:prstTxWarp prst="textNoShape">
              <a:avLst/>
            </a:prstTxWarp>
            <a:normAutofit lnSpcReduction="10000"/>
          </a:bodyPr>
          <a:lstStyle/>
          <a:p>
            <a:pPr>
              <a:lnSpc>
                <a:spcPct val="90000"/>
              </a:lnSpc>
              <a:spcBef>
                <a:spcPts val="1000"/>
              </a:spcBef>
              <a:buFont typeface="Arial" panose="020B0604020202020204" pitchFamily="34" charset="0"/>
            </a:pPr>
            <a:r>
              <a:rPr lang="en-US"/>
              <a:t> </a:t>
            </a:r>
            <a:r>
              <a:rPr lang="en-US" sz="2000"/>
              <a:t>- Connectivity Between Robotic Components: The Da Vinci robot includes robotic arms that can be remotely controlled via a central console. These arms are equipped with specialized surgical instruments and a camera to provide a detailed view of the surgical area. </a:t>
            </a:r>
          </a:p>
          <a:p>
            <a:pPr>
              <a:lnSpc>
                <a:spcPct val="90000"/>
              </a:lnSpc>
              <a:spcBef>
                <a:spcPts val="1000"/>
              </a:spcBef>
              <a:buFont typeface="Arial" panose="020B0604020202020204" pitchFamily="34" charset="0"/>
            </a:pPr>
            <a:endParaRPr lang="en-US"/>
          </a:p>
          <a:p>
            <a:pPr>
              <a:lnSpc>
                <a:spcPct val="90000"/>
              </a:lnSpc>
              <a:spcBef>
                <a:spcPts val="1000"/>
              </a:spcBef>
              <a:buFont typeface="Arial" panose="020B0604020202020204" pitchFamily="34" charset="0"/>
            </a:pPr>
            <a:r>
              <a:rPr lang="en-US" sz="2000"/>
              <a:t> - Communication Systems: The Da Vinci robot uses internal communication networks to transmit data between different system components, such as robotic arms, control consoles, and visualization units(</a:t>
            </a:r>
            <a:r>
              <a:rPr lang="en-US" sz="2000" b="1"/>
              <a:t>real-time monitoring</a:t>
            </a:r>
            <a:r>
              <a:rPr lang="en-US" sz="2000"/>
              <a:t>). These networks allow for precise, </a:t>
            </a:r>
            <a:r>
              <a:rPr lang="en-US" sz="2000" b="1"/>
              <a:t>real-time</a:t>
            </a:r>
            <a:r>
              <a:rPr lang="en-US" sz="2000"/>
              <a:t> coordination of surgical instruments, ensuring a safe and accurate procedure. </a:t>
            </a:r>
          </a:p>
          <a:p>
            <a:pPr>
              <a:lnSpc>
                <a:spcPct val="90000"/>
              </a:lnSpc>
              <a:spcBef>
                <a:spcPts val="1000"/>
              </a:spcBef>
              <a:buFont typeface="Arial" panose="020B0604020202020204" pitchFamily="34" charset="0"/>
            </a:pPr>
            <a:endParaRPr lang="en-US" sz="2000"/>
          </a:p>
          <a:p>
            <a:pPr>
              <a:lnSpc>
                <a:spcPct val="90000"/>
              </a:lnSpc>
              <a:spcBef>
                <a:spcPts val="1000"/>
              </a:spcBef>
              <a:buFont typeface="Arial" panose="020B0604020202020204" pitchFamily="34" charset="0"/>
            </a:pPr>
            <a:endParaRPr lang="en-US" sz="1400"/>
          </a:p>
          <a:p>
            <a:pPr>
              <a:lnSpc>
                <a:spcPct val="90000"/>
              </a:lnSpc>
              <a:spcBef>
                <a:spcPts val="1000"/>
              </a:spcBef>
              <a:buFont typeface="Arial" panose="020B0604020202020204" pitchFamily="34" charset="0"/>
            </a:pPr>
            <a:endParaRPr lang="en-US" sz="1400"/>
          </a:p>
        </p:txBody>
      </p:sp>
    </p:spTree>
    <p:extLst>
      <p:ext uri="{BB962C8B-B14F-4D97-AF65-F5344CB8AC3E}">
        <p14:creationId xmlns:p14="http://schemas.microsoft.com/office/powerpoint/2010/main" val="126593962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EAA093-E00B-31E9-0A13-71142E30E57C}"/>
              </a:ext>
            </a:extLst>
          </p:cNvPr>
          <p:cNvSpPr>
            <a:spLocks noGrp="1"/>
          </p:cNvSpPr>
          <p:nvPr>
            <p:ph type="title"/>
          </p:nvPr>
        </p:nvSpPr>
        <p:spPr>
          <a:xfrm>
            <a:off x="1167492" y="457200"/>
            <a:ext cx="10643508" cy="1371600"/>
          </a:xfrm>
        </p:spPr>
        <p:txBody>
          <a:bodyPr vert="horz" lIns="91440" tIns="45720" rIns="91440" bIns="45720" rtlCol="0" anchor="b">
            <a:normAutofit/>
          </a:bodyPr>
          <a:lstStyle/>
          <a:p>
            <a:r>
              <a:rPr lang="en-US"/>
              <a:t>Robotics Assistance in DaVinci</a:t>
            </a:r>
            <a:endParaRPr lang="en-US" b="1" kern="1200">
              <a:latin typeface="+mj-lt"/>
            </a:endParaRPr>
          </a:p>
        </p:txBody>
      </p:sp>
      <p:sp>
        <p:nvSpPr>
          <p:cNvPr id="7" name="TextBox 6">
            <a:extLst>
              <a:ext uri="{FF2B5EF4-FFF2-40B4-BE49-F238E27FC236}">
                <a16:creationId xmlns:a16="http://schemas.microsoft.com/office/drawing/2014/main" id="{350DF832-76BD-958C-209B-3F76AECE0AD0}"/>
              </a:ext>
            </a:extLst>
          </p:cNvPr>
          <p:cNvSpPr txBox="1"/>
          <p:nvPr/>
        </p:nvSpPr>
        <p:spPr>
          <a:xfrm>
            <a:off x="1166088" y="2652713"/>
            <a:ext cx="5394959" cy="3436936"/>
          </a:xfrm>
          <a:prstGeom prst="rect">
            <a:avLst/>
          </a:prstGeom>
        </p:spPr>
        <p:txBody>
          <a:bodyPr rot="0" spcFirstLastPara="0" vertOverflow="overflow" horzOverflow="overflow" vert="horz" lIns="91440" tIns="45720" rIns="91440" bIns="45720" numCol="1" spcCol="0" rtlCol="0" fromWordArt="0" anchor="t" anchorCtr="0" forceAA="0" compatLnSpc="1">
            <a:prstTxWarp prst="textNoShape">
              <a:avLst/>
            </a:prstTxWarp>
            <a:normAutofit fontScale="92500" lnSpcReduction="20000"/>
          </a:bodyPr>
          <a:lstStyle/>
          <a:p>
            <a:pPr marL="342900" indent="-342900">
              <a:lnSpc>
                <a:spcPct val="90000"/>
              </a:lnSpc>
              <a:spcBef>
                <a:spcPts val="1000"/>
              </a:spcBef>
              <a:buFont typeface="Calibri"/>
              <a:buChar char="-"/>
            </a:pPr>
            <a:r>
              <a:rPr lang="en-US" sz="2000">
                <a:solidFill>
                  <a:schemeClr val="bg1"/>
                </a:solidFill>
                <a:ea typeface="+mn-lt"/>
                <a:cs typeface="+mn-lt"/>
              </a:rPr>
              <a:t>The Da Vinci robot's arms are designed to assist the surgeon by providing precise, minimally invasive movements. The system automatically adjusts to the surgeon's hand movements and replicates them on a smaller, more accurate scale.</a:t>
            </a:r>
            <a:endParaRPr lang="en-US">
              <a:solidFill>
                <a:schemeClr val="bg1"/>
              </a:solidFill>
              <a:ea typeface="+mn-lt"/>
              <a:cs typeface="+mn-lt"/>
            </a:endParaRPr>
          </a:p>
          <a:p>
            <a:pPr marL="342900" indent="-342900">
              <a:lnSpc>
                <a:spcPct val="90000"/>
              </a:lnSpc>
              <a:spcBef>
                <a:spcPts val="1000"/>
              </a:spcBef>
              <a:buFont typeface="Calibri" panose="020B0604020202020204" pitchFamily="34" charset="0"/>
              <a:buChar char="-"/>
            </a:pPr>
            <a:r>
              <a:rPr lang="en-US" sz="2000">
                <a:solidFill>
                  <a:schemeClr val="bg1"/>
                </a:solidFill>
                <a:ea typeface="+mn-lt"/>
                <a:cs typeface="+mn-lt"/>
              </a:rPr>
              <a:t>It filters out any unnecessary tremors or movements, which is particularly helpful in delicate surgeries.</a:t>
            </a:r>
            <a:endParaRPr lang="en-US" sz="2000">
              <a:solidFill>
                <a:schemeClr val="bg1"/>
              </a:solidFill>
            </a:endParaRPr>
          </a:p>
          <a:p>
            <a:pPr marL="342900" indent="-342900">
              <a:lnSpc>
                <a:spcPct val="90000"/>
              </a:lnSpc>
              <a:spcBef>
                <a:spcPts val="1000"/>
              </a:spcBef>
              <a:buFont typeface="Calibri" panose="020B0604020202020204" pitchFamily="34" charset="0"/>
              <a:buChar char="-"/>
            </a:pPr>
            <a:r>
              <a:rPr lang="en-US" sz="2000">
                <a:solidFill>
                  <a:schemeClr val="bg1"/>
                </a:solidFill>
              </a:rPr>
              <a:t>The </a:t>
            </a:r>
            <a:r>
              <a:rPr lang="en-US" sz="2000" err="1">
                <a:solidFill>
                  <a:schemeClr val="bg1"/>
                </a:solidFill>
              </a:rPr>
              <a:t>endowrist</a:t>
            </a:r>
            <a:r>
              <a:rPr lang="en-US" sz="2000">
                <a:solidFill>
                  <a:schemeClr val="bg1"/>
                </a:solidFill>
              </a:rPr>
              <a:t> is used as an instrument for precision.</a:t>
            </a:r>
          </a:p>
          <a:p>
            <a:pPr marL="342900" indent="-342900">
              <a:lnSpc>
                <a:spcPct val="90000"/>
              </a:lnSpc>
              <a:spcBef>
                <a:spcPts val="1000"/>
              </a:spcBef>
              <a:buFont typeface="Calibri" panose="020B0604020202020204" pitchFamily="34" charset="0"/>
              <a:buChar char="-"/>
            </a:pPr>
            <a:endParaRPr lang="en-US" sz="2000">
              <a:solidFill>
                <a:schemeClr val="bg1"/>
              </a:solidFill>
            </a:endParaRPr>
          </a:p>
          <a:p>
            <a:pPr>
              <a:lnSpc>
                <a:spcPct val="90000"/>
              </a:lnSpc>
              <a:spcBef>
                <a:spcPts val="1000"/>
              </a:spcBef>
            </a:pPr>
            <a:r>
              <a:rPr lang="en-US" sz="2000">
                <a:solidFill>
                  <a:schemeClr val="bg1"/>
                </a:solidFill>
              </a:rPr>
              <a:t>  </a:t>
            </a:r>
          </a:p>
          <a:p>
            <a:pPr>
              <a:lnSpc>
                <a:spcPct val="90000"/>
              </a:lnSpc>
              <a:spcBef>
                <a:spcPts val="1000"/>
              </a:spcBef>
              <a:buFont typeface="Arial" panose="020B0604020202020204" pitchFamily="34" charset="0"/>
            </a:pPr>
            <a:endParaRPr lang="en-US" sz="2000">
              <a:solidFill>
                <a:schemeClr val="bg1"/>
              </a:solidFill>
            </a:endParaRPr>
          </a:p>
          <a:p>
            <a:pPr>
              <a:lnSpc>
                <a:spcPct val="90000"/>
              </a:lnSpc>
              <a:spcBef>
                <a:spcPts val="1000"/>
              </a:spcBef>
              <a:buFont typeface="Arial" panose="020B0604020202020204" pitchFamily="34" charset="0"/>
            </a:pPr>
            <a:endParaRPr lang="en-US" sz="2000">
              <a:solidFill>
                <a:schemeClr val="bg1"/>
              </a:solidFill>
            </a:endParaRPr>
          </a:p>
        </p:txBody>
      </p:sp>
      <p:pic>
        <p:nvPicPr>
          <p:cNvPr id="3" name="Picture 2">
            <a:extLst>
              <a:ext uri="{FF2B5EF4-FFF2-40B4-BE49-F238E27FC236}">
                <a16:creationId xmlns:a16="http://schemas.microsoft.com/office/drawing/2014/main" id="{D9CB5E5B-5A9A-FEEA-4EC2-154E51093090}"/>
              </a:ext>
            </a:extLst>
          </p:cNvPr>
          <p:cNvPicPr>
            <a:picLocks noChangeAspect="1"/>
          </p:cNvPicPr>
          <p:nvPr/>
        </p:nvPicPr>
        <p:blipFill>
          <a:blip r:embed="rId3"/>
          <a:srcRect l="22038" r="5710" b="-2"/>
          <a:stretch/>
        </p:blipFill>
        <p:spPr>
          <a:xfrm>
            <a:off x="7328358" y="1322540"/>
            <a:ext cx="4214010" cy="4214010"/>
          </a:xfrm>
          <a:prstGeom prst="ellipse">
            <a:avLst/>
          </a:prstGeom>
          <a:noFill/>
        </p:spPr>
      </p:pic>
    </p:spTree>
    <p:extLst>
      <p:ext uri="{BB962C8B-B14F-4D97-AF65-F5344CB8AC3E}">
        <p14:creationId xmlns:p14="http://schemas.microsoft.com/office/powerpoint/2010/main" val="411715335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7B7926-7474-8445-3CC6-BA0C9827404C}"/>
              </a:ext>
            </a:extLst>
          </p:cNvPr>
          <p:cNvSpPr>
            <a:spLocks noGrp="1"/>
          </p:cNvSpPr>
          <p:nvPr>
            <p:ph type="title"/>
          </p:nvPr>
        </p:nvSpPr>
        <p:spPr>
          <a:xfrm>
            <a:off x="1345622" y="146422"/>
            <a:ext cx="10363199" cy="1307008"/>
          </a:xfrm>
        </p:spPr>
        <p:txBody>
          <a:bodyPr/>
          <a:lstStyle/>
          <a:p>
            <a:r>
              <a:rPr lang="en-US">
                <a:latin typeface="Tenorite"/>
                <a:cs typeface="Times New Roman"/>
              </a:rPr>
              <a:t>Da Vinci Surgical System: </a:t>
            </a:r>
            <a:br>
              <a:rPr lang="en-US">
                <a:latin typeface="Tenorite"/>
                <a:cs typeface="Times New Roman"/>
              </a:rPr>
            </a:br>
            <a:r>
              <a:rPr lang="en-US">
                <a:latin typeface="Tenorite"/>
                <a:cs typeface="Times New Roman"/>
              </a:rPr>
              <a:t>A Comparison of Patient Outcomes</a:t>
            </a:r>
            <a:endParaRPr lang="ro-RO">
              <a:latin typeface="Tenorite"/>
            </a:endParaRPr>
          </a:p>
        </p:txBody>
      </p:sp>
      <p:sp>
        <p:nvSpPr>
          <p:cNvPr id="4" name="Content Placeholder 3">
            <a:extLst>
              <a:ext uri="{FF2B5EF4-FFF2-40B4-BE49-F238E27FC236}">
                <a16:creationId xmlns:a16="http://schemas.microsoft.com/office/drawing/2014/main" id="{69A6FA58-E908-13EE-44DE-4250BD3D4B24}"/>
              </a:ext>
            </a:extLst>
          </p:cNvPr>
          <p:cNvSpPr>
            <a:spLocks noGrp="1"/>
          </p:cNvSpPr>
          <p:nvPr>
            <p:ph idx="10"/>
          </p:nvPr>
        </p:nvSpPr>
        <p:spPr>
          <a:xfrm>
            <a:off x="2077393" y="3181828"/>
            <a:ext cx="7562997" cy="3461481"/>
          </a:xfrm>
        </p:spPr>
        <p:txBody>
          <a:bodyPr vert="horz" lIns="91440" tIns="45720" rIns="91440" bIns="45720" rtlCol="0" anchor="t">
            <a:normAutofit/>
          </a:bodyPr>
          <a:lstStyle/>
          <a:p>
            <a:pPr algn="just"/>
            <a:r>
              <a:rPr lang="en-US" sz="1600">
                <a:latin typeface="Tenorite"/>
                <a:cs typeface="Times New Roman"/>
              </a:rPr>
              <a:t>PICO :</a:t>
            </a:r>
          </a:p>
          <a:p>
            <a:pPr marL="285750" indent="-285750" algn="just">
              <a:buFont typeface="Symbol"/>
              <a:buChar char="•"/>
            </a:pPr>
            <a:r>
              <a:rPr lang="en-US" sz="1600">
                <a:latin typeface="Tenorite"/>
                <a:cs typeface="Times New Roman"/>
              </a:rPr>
              <a:t>Population: DaVinci Robot in surgery</a:t>
            </a:r>
          </a:p>
          <a:p>
            <a:pPr marL="285750" indent="-285750" algn="just">
              <a:buFont typeface="Symbol"/>
              <a:buChar char="•"/>
            </a:pPr>
            <a:r>
              <a:rPr lang="en-US" sz="1600">
                <a:latin typeface="Tenorite"/>
                <a:cs typeface="Times New Roman"/>
              </a:rPr>
              <a:t>Intervention: Smart automation in DaVinci surgical procedures</a:t>
            </a:r>
          </a:p>
          <a:p>
            <a:pPr marL="285750" indent="-285750" algn="just">
              <a:buFont typeface="Symbol"/>
              <a:buChar char="•"/>
            </a:pPr>
            <a:r>
              <a:rPr lang="en-US" sz="1600">
                <a:latin typeface="Tenorite"/>
                <a:cs typeface="Times New Roman"/>
              </a:rPr>
              <a:t>Comparison: Traditional surgeries</a:t>
            </a:r>
          </a:p>
          <a:p>
            <a:pPr marL="285750" indent="-285750" algn="just">
              <a:buFont typeface="Symbol"/>
              <a:buChar char="•"/>
            </a:pPr>
            <a:r>
              <a:rPr lang="en-US" sz="1600">
                <a:latin typeface="Tenorite"/>
                <a:cs typeface="Times New Roman"/>
              </a:rPr>
              <a:t>Outcome: Recovery time, complication rates, and length of hospital stay</a:t>
            </a:r>
          </a:p>
          <a:p>
            <a:endParaRPr lang="en-US"/>
          </a:p>
        </p:txBody>
      </p:sp>
      <p:sp>
        <p:nvSpPr>
          <p:cNvPr id="7" name="Substituent conținut 6">
            <a:extLst>
              <a:ext uri="{FF2B5EF4-FFF2-40B4-BE49-F238E27FC236}">
                <a16:creationId xmlns:a16="http://schemas.microsoft.com/office/drawing/2014/main" id="{0B7E410F-6BD8-654C-C81F-D357A792DDD5}"/>
              </a:ext>
            </a:extLst>
          </p:cNvPr>
          <p:cNvSpPr>
            <a:spLocks noGrp="1"/>
          </p:cNvSpPr>
          <p:nvPr>
            <p:ph idx="1"/>
          </p:nvPr>
        </p:nvSpPr>
        <p:spPr>
          <a:xfrm>
            <a:off x="1345623" y="1578659"/>
            <a:ext cx="9176063" cy="3332832"/>
          </a:xfrm>
        </p:spPr>
        <p:txBody>
          <a:bodyPr vert="horz" lIns="91440" tIns="45720" rIns="91440" bIns="45720" rtlCol="0" anchor="t">
            <a:normAutofit/>
          </a:bodyPr>
          <a:lstStyle/>
          <a:p>
            <a:br>
              <a:rPr lang="ro-RO" sz="1200">
                <a:latin typeface="Aptos"/>
              </a:rPr>
            </a:br>
            <a:r>
              <a:rPr lang="en-US" sz="1800">
                <a:latin typeface="Tenorite"/>
                <a:cs typeface="Times New Roman"/>
              </a:rPr>
              <a:t>Research Question:</a:t>
            </a:r>
            <a:br>
              <a:rPr lang="en-US" sz="1800">
                <a:latin typeface="Tenorite"/>
                <a:cs typeface="Times New Roman"/>
              </a:rPr>
            </a:br>
            <a:r>
              <a:rPr lang="en-US" sz="1800">
                <a:latin typeface="Tenorite"/>
                <a:cs typeface="Times New Roman"/>
              </a:rPr>
              <a:t> How do patient outcomes differ between surgeries performed with the Da Vinci system and those using traditional surgeries, specifically in terms of recovery time, complications, and hospital stay?</a:t>
            </a:r>
            <a:endParaRPr lang="ro-RO" sz="1800">
              <a:latin typeface="Tenorite"/>
              <a:cs typeface="Times New Roman"/>
            </a:endParaRPr>
          </a:p>
        </p:txBody>
      </p:sp>
    </p:spTree>
    <p:extLst>
      <p:ext uri="{BB962C8B-B14F-4D97-AF65-F5344CB8AC3E}">
        <p14:creationId xmlns:p14="http://schemas.microsoft.com/office/powerpoint/2010/main" val="373645488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u 1">
            <a:extLst>
              <a:ext uri="{FF2B5EF4-FFF2-40B4-BE49-F238E27FC236}">
                <a16:creationId xmlns:a16="http://schemas.microsoft.com/office/drawing/2014/main" id="{768582E6-9CC2-15AB-E64B-62188C5155C3}"/>
              </a:ext>
            </a:extLst>
          </p:cNvPr>
          <p:cNvSpPr>
            <a:spLocks noGrp="1"/>
          </p:cNvSpPr>
          <p:nvPr>
            <p:ph type="title"/>
          </p:nvPr>
        </p:nvSpPr>
        <p:spPr/>
        <p:txBody>
          <a:bodyPr/>
          <a:lstStyle/>
          <a:p>
            <a:r>
              <a:rPr lang="en-US"/>
              <a:t>Da Vinci Surgical System: </a:t>
            </a:r>
            <a:br>
              <a:rPr lang="en-US"/>
            </a:br>
            <a:r>
              <a:rPr lang="en-US"/>
              <a:t>A Comparison of Patient Outcomes</a:t>
            </a:r>
            <a:endParaRPr lang="ro-RO" b="0"/>
          </a:p>
          <a:p>
            <a:endParaRPr lang="ro-RO"/>
          </a:p>
        </p:txBody>
      </p:sp>
      <p:sp>
        <p:nvSpPr>
          <p:cNvPr id="3" name="Substituent conținut 2">
            <a:extLst>
              <a:ext uri="{FF2B5EF4-FFF2-40B4-BE49-F238E27FC236}">
                <a16:creationId xmlns:a16="http://schemas.microsoft.com/office/drawing/2014/main" id="{533C3663-4F4C-DF9D-92A1-4A8BC0851765}"/>
              </a:ext>
            </a:extLst>
          </p:cNvPr>
          <p:cNvSpPr>
            <a:spLocks noGrp="1"/>
          </p:cNvSpPr>
          <p:nvPr>
            <p:ph idx="1"/>
          </p:nvPr>
        </p:nvSpPr>
        <p:spPr>
          <a:xfrm>
            <a:off x="1167493" y="1459540"/>
            <a:ext cx="8746253" cy="3332832"/>
          </a:xfrm>
        </p:spPr>
        <p:txBody>
          <a:bodyPr vert="horz" lIns="91440" tIns="45720" rIns="91440" bIns="45720" rtlCol="0" anchor="t">
            <a:normAutofit/>
          </a:bodyPr>
          <a:lstStyle/>
          <a:p>
            <a:r>
              <a:rPr lang="ro-RO">
                <a:ea typeface="+mn-lt"/>
                <a:cs typeface="+mn-lt"/>
              </a:rPr>
              <a:t>For </a:t>
            </a:r>
            <a:r>
              <a:rPr lang="ro-RO" err="1">
                <a:ea typeface="+mn-lt"/>
                <a:cs typeface="+mn-lt"/>
              </a:rPr>
              <a:t>the</a:t>
            </a:r>
            <a:r>
              <a:rPr lang="ro-RO">
                <a:ea typeface="+mn-lt"/>
                <a:cs typeface="+mn-lt"/>
              </a:rPr>
              <a:t> </a:t>
            </a:r>
            <a:r>
              <a:rPr lang="ro-RO" err="1">
                <a:ea typeface="+mn-lt"/>
                <a:cs typeface="+mn-lt"/>
              </a:rPr>
              <a:t>search</a:t>
            </a:r>
            <a:r>
              <a:rPr lang="ro-RO">
                <a:ea typeface="+mn-lt"/>
                <a:cs typeface="+mn-lt"/>
              </a:rPr>
              <a:t> </a:t>
            </a:r>
            <a:r>
              <a:rPr lang="ro-RO" err="1">
                <a:ea typeface="+mn-lt"/>
                <a:cs typeface="+mn-lt"/>
              </a:rPr>
              <a:t>equation</a:t>
            </a:r>
            <a:r>
              <a:rPr lang="ro-RO">
                <a:ea typeface="+mn-lt"/>
                <a:cs typeface="+mn-lt"/>
              </a:rPr>
              <a:t>, </a:t>
            </a:r>
            <a:r>
              <a:rPr lang="ro-RO" err="1">
                <a:ea typeface="+mn-lt"/>
                <a:cs typeface="+mn-lt"/>
              </a:rPr>
              <a:t>the</a:t>
            </a:r>
            <a:r>
              <a:rPr lang="ro-RO">
                <a:ea typeface="+mn-lt"/>
                <a:cs typeface="+mn-lt"/>
              </a:rPr>
              <a:t> </a:t>
            </a:r>
            <a:r>
              <a:rPr lang="ro-RO" err="1">
                <a:ea typeface="+mn-lt"/>
                <a:cs typeface="+mn-lt"/>
              </a:rPr>
              <a:t>keywords</a:t>
            </a:r>
            <a:r>
              <a:rPr lang="ro-RO">
                <a:ea typeface="+mn-lt"/>
                <a:cs typeface="+mn-lt"/>
              </a:rPr>
              <a:t> </a:t>
            </a:r>
            <a:r>
              <a:rPr lang="ro-RO" err="1">
                <a:ea typeface="+mn-lt"/>
                <a:cs typeface="+mn-lt"/>
              </a:rPr>
              <a:t>were</a:t>
            </a:r>
            <a:r>
              <a:rPr lang="ro-RO">
                <a:ea typeface="+mn-lt"/>
                <a:cs typeface="+mn-lt"/>
              </a:rPr>
              <a:t> "da vinci" or "</a:t>
            </a:r>
            <a:r>
              <a:rPr lang="ro-RO" err="1">
                <a:ea typeface="+mn-lt"/>
                <a:cs typeface="+mn-lt"/>
              </a:rPr>
              <a:t>davinci</a:t>
            </a:r>
            <a:r>
              <a:rPr lang="ro-RO">
                <a:ea typeface="+mn-lt"/>
                <a:cs typeface="+mn-lt"/>
              </a:rPr>
              <a:t>" </a:t>
            </a:r>
            <a:r>
              <a:rPr lang="ro-RO" err="1">
                <a:ea typeface="+mn-lt"/>
                <a:cs typeface="+mn-lt"/>
              </a:rPr>
              <a:t>and</a:t>
            </a:r>
            <a:r>
              <a:rPr lang="ro-RO">
                <a:ea typeface="+mn-lt"/>
                <a:cs typeface="+mn-lt"/>
              </a:rPr>
              <a:t> "</a:t>
            </a:r>
            <a:r>
              <a:rPr lang="ro-RO" err="1">
                <a:ea typeface="+mn-lt"/>
                <a:cs typeface="+mn-lt"/>
              </a:rPr>
              <a:t>automation</a:t>
            </a:r>
            <a:r>
              <a:rPr lang="ro-RO">
                <a:ea typeface="+mn-lt"/>
                <a:cs typeface="+mn-lt"/>
              </a:rPr>
              <a:t>" </a:t>
            </a:r>
            <a:r>
              <a:rPr lang="ro-RO" err="1">
                <a:ea typeface="+mn-lt"/>
                <a:cs typeface="+mn-lt"/>
              </a:rPr>
              <a:t>with</a:t>
            </a:r>
            <a:r>
              <a:rPr lang="ro-RO">
                <a:ea typeface="+mn-lt"/>
                <a:cs typeface="+mn-lt"/>
              </a:rPr>
              <a:t> </a:t>
            </a:r>
            <a:r>
              <a:rPr lang="ro-RO" err="1">
                <a:ea typeface="+mn-lt"/>
                <a:cs typeface="+mn-lt"/>
              </a:rPr>
              <a:t>the</a:t>
            </a:r>
            <a:r>
              <a:rPr lang="ro-RO">
                <a:ea typeface="+mn-lt"/>
                <a:cs typeface="+mn-lt"/>
              </a:rPr>
              <a:t> </a:t>
            </a:r>
            <a:r>
              <a:rPr lang="ro-RO" err="1">
                <a:ea typeface="+mn-lt"/>
                <a:cs typeface="+mn-lt"/>
              </a:rPr>
              <a:t>specification</a:t>
            </a:r>
            <a:r>
              <a:rPr lang="ro-RO">
                <a:ea typeface="+mn-lt"/>
                <a:cs typeface="+mn-lt"/>
              </a:rPr>
              <a:t> "Abstract." As a </a:t>
            </a:r>
            <a:r>
              <a:rPr lang="ro-RO" err="1">
                <a:ea typeface="+mn-lt"/>
                <a:cs typeface="+mn-lt"/>
              </a:rPr>
              <a:t>result</a:t>
            </a:r>
            <a:r>
              <a:rPr lang="ro-RO">
                <a:ea typeface="+mn-lt"/>
                <a:cs typeface="+mn-lt"/>
              </a:rPr>
              <a:t> of </a:t>
            </a:r>
            <a:r>
              <a:rPr lang="ro-RO" err="1">
                <a:ea typeface="+mn-lt"/>
                <a:cs typeface="+mn-lt"/>
              </a:rPr>
              <a:t>the</a:t>
            </a:r>
            <a:r>
              <a:rPr lang="ro-RO">
                <a:ea typeface="+mn-lt"/>
                <a:cs typeface="+mn-lt"/>
              </a:rPr>
              <a:t> </a:t>
            </a:r>
            <a:r>
              <a:rPr lang="ro-RO" err="1">
                <a:ea typeface="+mn-lt"/>
                <a:cs typeface="+mn-lt"/>
              </a:rPr>
              <a:t>search</a:t>
            </a:r>
            <a:r>
              <a:rPr lang="ro-RO">
                <a:ea typeface="+mn-lt"/>
                <a:cs typeface="+mn-lt"/>
              </a:rPr>
              <a:t>, </a:t>
            </a:r>
            <a:r>
              <a:rPr lang="ro-RO" b="1">
                <a:ea typeface="+mn-lt"/>
                <a:cs typeface="+mn-lt"/>
              </a:rPr>
              <a:t>40</a:t>
            </a:r>
            <a:r>
              <a:rPr lang="ro-RO">
                <a:ea typeface="+mn-lt"/>
                <a:cs typeface="+mn-lt"/>
              </a:rPr>
              <a:t> </a:t>
            </a:r>
            <a:r>
              <a:rPr lang="ro-RO" err="1">
                <a:ea typeface="+mn-lt"/>
                <a:cs typeface="+mn-lt"/>
              </a:rPr>
              <a:t>articles</a:t>
            </a:r>
            <a:r>
              <a:rPr lang="ro-RO">
                <a:ea typeface="+mn-lt"/>
                <a:cs typeface="+mn-lt"/>
              </a:rPr>
              <a:t> </a:t>
            </a:r>
            <a:r>
              <a:rPr lang="ro-RO" err="1">
                <a:ea typeface="+mn-lt"/>
                <a:cs typeface="+mn-lt"/>
              </a:rPr>
              <a:t>were</a:t>
            </a:r>
            <a:r>
              <a:rPr lang="ro-RO">
                <a:ea typeface="+mn-lt"/>
                <a:cs typeface="+mn-lt"/>
              </a:rPr>
              <a:t> </a:t>
            </a:r>
            <a:r>
              <a:rPr lang="ro-RO" err="1">
                <a:ea typeface="+mn-lt"/>
                <a:cs typeface="+mn-lt"/>
              </a:rPr>
              <a:t>found</a:t>
            </a:r>
            <a:r>
              <a:rPr lang="ro-RO">
                <a:ea typeface="+mn-lt"/>
                <a:cs typeface="+mn-lt"/>
              </a:rPr>
              <a:t>, </a:t>
            </a:r>
            <a:r>
              <a:rPr lang="ro-RO" err="1">
                <a:ea typeface="+mn-lt"/>
                <a:cs typeface="+mn-lt"/>
              </a:rPr>
              <a:t>which</a:t>
            </a:r>
            <a:r>
              <a:rPr lang="ro-RO">
                <a:ea typeface="+mn-lt"/>
                <a:cs typeface="+mn-lt"/>
              </a:rPr>
              <a:t> </a:t>
            </a:r>
            <a:r>
              <a:rPr lang="ro-RO" err="1">
                <a:ea typeface="+mn-lt"/>
                <a:cs typeface="+mn-lt"/>
              </a:rPr>
              <a:t>were</a:t>
            </a:r>
            <a:r>
              <a:rPr lang="ro-RO">
                <a:ea typeface="+mn-lt"/>
                <a:cs typeface="+mn-lt"/>
              </a:rPr>
              <a:t> </a:t>
            </a:r>
            <a:r>
              <a:rPr lang="ro-RO" err="1">
                <a:ea typeface="+mn-lt"/>
                <a:cs typeface="+mn-lt"/>
              </a:rPr>
              <a:t>then</a:t>
            </a:r>
            <a:r>
              <a:rPr lang="ro-RO">
                <a:ea typeface="+mn-lt"/>
                <a:cs typeface="+mn-lt"/>
              </a:rPr>
              <a:t> </a:t>
            </a:r>
            <a:r>
              <a:rPr lang="ro-RO" err="1">
                <a:ea typeface="+mn-lt"/>
                <a:cs typeface="+mn-lt"/>
              </a:rPr>
              <a:t>filtered</a:t>
            </a:r>
            <a:r>
              <a:rPr lang="ro-RO">
                <a:ea typeface="+mn-lt"/>
                <a:cs typeface="+mn-lt"/>
              </a:rPr>
              <a:t> </a:t>
            </a:r>
            <a:r>
              <a:rPr lang="ro-RO" err="1">
                <a:ea typeface="+mn-lt"/>
                <a:cs typeface="+mn-lt"/>
              </a:rPr>
              <a:t>using</a:t>
            </a:r>
            <a:r>
              <a:rPr lang="ro-RO">
                <a:ea typeface="+mn-lt"/>
                <a:cs typeface="+mn-lt"/>
              </a:rPr>
              <a:t> </a:t>
            </a:r>
            <a:r>
              <a:rPr lang="ro-RO" err="1">
                <a:ea typeface="+mn-lt"/>
                <a:cs typeface="+mn-lt"/>
              </a:rPr>
              <a:t>Exclusion</a:t>
            </a:r>
            <a:r>
              <a:rPr lang="ro-RO">
                <a:ea typeface="+mn-lt"/>
                <a:cs typeface="+mn-lt"/>
              </a:rPr>
              <a:t> </a:t>
            </a:r>
            <a:r>
              <a:rPr lang="ro-RO" err="1">
                <a:ea typeface="+mn-lt"/>
                <a:cs typeface="+mn-lt"/>
              </a:rPr>
              <a:t>criteria</a:t>
            </a:r>
            <a:r>
              <a:rPr lang="ro-RO">
                <a:ea typeface="+mn-lt"/>
                <a:cs typeface="+mn-lt"/>
              </a:rPr>
              <a:t>. </a:t>
            </a:r>
            <a:r>
              <a:rPr lang="ro-RO" err="1">
                <a:ea typeface="+mn-lt"/>
                <a:cs typeface="+mn-lt"/>
              </a:rPr>
              <a:t>We</a:t>
            </a:r>
            <a:r>
              <a:rPr lang="ro-RO">
                <a:ea typeface="+mn-lt"/>
                <a:cs typeface="+mn-lt"/>
              </a:rPr>
              <a:t> </a:t>
            </a:r>
            <a:r>
              <a:rPr lang="ro-RO" err="1">
                <a:ea typeface="+mn-lt"/>
                <a:cs typeface="+mn-lt"/>
              </a:rPr>
              <a:t>used</a:t>
            </a:r>
            <a:r>
              <a:rPr lang="ro-RO">
                <a:ea typeface="+mn-lt"/>
                <a:cs typeface="+mn-lt"/>
              </a:rPr>
              <a:t> IEEE as </a:t>
            </a:r>
            <a:r>
              <a:rPr lang="ro-RO" err="1">
                <a:ea typeface="+mn-lt"/>
                <a:cs typeface="+mn-lt"/>
              </a:rPr>
              <a:t>database</a:t>
            </a:r>
            <a:r>
              <a:rPr lang="ro-RO">
                <a:ea typeface="+mn-lt"/>
                <a:cs typeface="+mn-lt"/>
              </a:rPr>
              <a:t>.</a:t>
            </a:r>
            <a:endParaRPr lang="ro-RO"/>
          </a:p>
          <a:p>
            <a:endParaRPr lang="ro-RO"/>
          </a:p>
        </p:txBody>
      </p:sp>
      <p:sp>
        <p:nvSpPr>
          <p:cNvPr id="4" name="Substituent conținut 3">
            <a:extLst>
              <a:ext uri="{FF2B5EF4-FFF2-40B4-BE49-F238E27FC236}">
                <a16:creationId xmlns:a16="http://schemas.microsoft.com/office/drawing/2014/main" id="{C3492022-A788-193B-3FFB-98895558DDD4}"/>
              </a:ext>
            </a:extLst>
          </p:cNvPr>
          <p:cNvSpPr>
            <a:spLocks noGrp="1"/>
          </p:cNvSpPr>
          <p:nvPr>
            <p:ph idx="10"/>
          </p:nvPr>
        </p:nvSpPr>
        <p:spPr>
          <a:xfrm>
            <a:off x="2115754" y="2691910"/>
            <a:ext cx="5688847" cy="3332832"/>
          </a:xfrm>
        </p:spPr>
        <p:txBody>
          <a:bodyPr vert="horz" lIns="91440" tIns="45720" rIns="91440" bIns="45720" rtlCol="0" anchor="t">
            <a:normAutofit/>
          </a:bodyPr>
          <a:lstStyle/>
          <a:p>
            <a:r>
              <a:rPr lang="ro-RO"/>
              <a:t>The </a:t>
            </a:r>
            <a:r>
              <a:rPr lang="ro-RO" err="1"/>
              <a:t>filtering</a:t>
            </a:r>
            <a:r>
              <a:rPr lang="ro-RO"/>
              <a:t> </a:t>
            </a:r>
            <a:r>
              <a:rPr lang="ro-RO" err="1"/>
              <a:t>criteria</a:t>
            </a:r>
            <a:r>
              <a:rPr lang="ro-RO"/>
              <a:t> </a:t>
            </a:r>
            <a:r>
              <a:rPr lang="ro-RO" err="1"/>
              <a:t>applied</a:t>
            </a:r>
            <a:r>
              <a:rPr lang="ro-RO"/>
              <a:t> </a:t>
            </a:r>
            <a:r>
              <a:rPr lang="ro-RO" err="1"/>
              <a:t>were</a:t>
            </a:r>
            <a:r>
              <a:rPr lang="ro-RO"/>
              <a:t> </a:t>
            </a:r>
            <a:r>
              <a:rPr lang="ro-RO" err="1"/>
              <a:t>the</a:t>
            </a:r>
            <a:r>
              <a:rPr lang="ro-RO"/>
              <a:t> </a:t>
            </a:r>
            <a:r>
              <a:rPr lang="ro-RO" err="1"/>
              <a:t>following</a:t>
            </a:r>
            <a:r>
              <a:rPr lang="ro-RO"/>
              <a:t>:</a:t>
            </a:r>
          </a:p>
          <a:p>
            <a:pPr marL="285750" indent="-285750">
              <a:buFont typeface="Arial,Sans-Serif"/>
              <a:buChar char="•"/>
            </a:pPr>
            <a:r>
              <a:rPr lang="ro-RO"/>
              <a:t>Duplicate </a:t>
            </a:r>
            <a:r>
              <a:rPr lang="ro-RO" err="1"/>
              <a:t>records</a:t>
            </a:r>
            <a:r>
              <a:rPr lang="ro-RO"/>
              <a:t>.</a:t>
            </a:r>
          </a:p>
          <a:p>
            <a:pPr marL="285750" indent="-285750">
              <a:buFont typeface="Arial,Sans-Serif"/>
              <a:buChar char="•"/>
            </a:pPr>
            <a:r>
              <a:rPr lang="ro-RO" err="1"/>
              <a:t>Unable</a:t>
            </a:r>
            <a:r>
              <a:rPr lang="ro-RO"/>
              <a:t> </a:t>
            </a:r>
            <a:r>
              <a:rPr lang="ro-RO" err="1"/>
              <a:t>to</a:t>
            </a:r>
            <a:r>
              <a:rPr lang="ro-RO"/>
              <a:t> </a:t>
            </a:r>
            <a:r>
              <a:rPr lang="ro-RO" err="1"/>
              <a:t>retrieve</a:t>
            </a:r>
            <a:r>
              <a:rPr lang="ro-RO"/>
              <a:t> </a:t>
            </a:r>
            <a:r>
              <a:rPr lang="ro-RO" err="1"/>
              <a:t>the</a:t>
            </a:r>
            <a:r>
              <a:rPr lang="ro-RO"/>
              <a:t> full </a:t>
            </a:r>
            <a:r>
              <a:rPr lang="ro-RO" err="1"/>
              <a:t>article</a:t>
            </a:r>
            <a:r>
              <a:rPr lang="ro-RO"/>
              <a:t>.</a:t>
            </a:r>
          </a:p>
          <a:p>
            <a:pPr marL="285750" indent="-285750">
              <a:buFont typeface="Arial,Sans-Serif"/>
              <a:buChar char="•"/>
            </a:pPr>
            <a:r>
              <a:rPr lang="ro-RO" err="1"/>
              <a:t>Language</a:t>
            </a:r>
            <a:r>
              <a:rPr lang="ro-RO"/>
              <a:t> </a:t>
            </a:r>
            <a:r>
              <a:rPr lang="ro-RO" err="1"/>
              <a:t>other</a:t>
            </a:r>
            <a:r>
              <a:rPr lang="ro-RO"/>
              <a:t> </a:t>
            </a:r>
            <a:r>
              <a:rPr lang="ro-RO" err="1"/>
              <a:t>than</a:t>
            </a:r>
            <a:r>
              <a:rPr lang="ro-RO"/>
              <a:t> English.</a:t>
            </a:r>
          </a:p>
          <a:p>
            <a:pPr marL="285750" indent="-285750">
              <a:buFont typeface="Arial,Sans-Serif"/>
              <a:buChar char="•"/>
            </a:pPr>
            <a:r>
              <a:rPr lang="ro-RO"/>
              <a:t>Topic </a:t>
            </a:r>
            <a:r>
              <a:rPr lang="ro-RO" err="1"/>
              <a:t>not</a:t>
            </a:r>
            <a:r>
              <a:rPr lang="ro-RO"/>
              <a:t> relevant </a:t>
            </a:r>
            <a:r>
              <a:rPr lang="ro-RO" err="1"/>
              <a:t>to</a:t>
            </a:r>
            <a:r>
              <a:rPr lang="ro-RO"/>
              <a:t> </a:t>
            </a:r>
            <a:r>
              <a:rPr lang="ro-RO" err="1"/>
              <a:t>the</a:t>
            </a:r>
            <a:r>
              <a:rPr lang="ro-RO"/>
              <a:t> </a:t>
            </a:r>
            <a:r>
              <a:rPr lang="ro-RO" err="1"/>
              <a:t>research</a:t>
            </a:r>
            <a:r>
              <a:rPr lang="ro-RO"/>
              <a:t> </a:t>
            </a:r>
            <a:r>
              <a:rPr lang="ro-RO" err="1"/>
              <a:t>question</a:t>
            </a:r>
            <a:r>
              <a:rPr lang="ro-RO"/>
              <a:t>.</a:t>
            </a:r>
          </a:p>
          <a:p>
            <a:pPr marL="285750" indent="-285750">
              <a:buFont typeface="Arial,Sans-Serif"/>
              <a:buChar char="•"/>
            </a:pPr>
            <a:r>
              <a:rPr lang="ro-RO" err="1"/>
              <a:t>System</a:t>
            </a:r>
            <a:r>
              <a:rPr lang="ro-RO"/>
              <a:t> </a:t>
            </a:r>
            <a:r>
              <a:rPr lang="ro-RO" err="1"/>
              <a:t>specifications</a:t>
            </a:r>
            <a:r>
              <a:rPr lang="ro-RO"/>
              <a:t> </a:t>
            </a:r>
            <a:r>
              <a:rPr lang="ro-RO" err="1"/>
              <a:t>not</a:t>
            </a:r>
            <a:r>
              <a:rPr lang="ro-RO"/>
              <a:t> </a:t>
            </a:r>
            <a:r>
              <a:rPr lang="ro-RO" err="1"/>
              <a:t>listed</a:t>
            </a:r>
            <a:r>
              <a:rPr lang="ro-RO"/>
              <a:t>.</a:t>
            </a:r>
          </a:p>
        </p:txBody>
      </p:sp>
    </p:spTree>
    <p:extLst>
      <p:ext uri="{BB962C8B-B14F-4D97-AF65-F5344CB8AC3E}">
        <p14:creationId xmlns:p14="http://schemas.microsoft.com/office/powerpoint/2010/main" val="18779097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28F869-FD76-CADA-412E-EE73E7F8555E}"/>
              </a:ext>
            </a:extLst>
          </p:cNvPr>
          <p:cNvSpPr>
            <a:spLocks noGrp="1"/>
          </p:cNvSpPr>
          <p:nvPr>
            <p:ph type="title"/>
          </p:nvPr>
        </p:nvSpPr>
        <p:spPr>
          <a:xfrm>
            <a:off x="1167492" y="136526"/>
            <a:ext cx="4267200" cy="700871"/>
          </a:xfrm>
        </p:spPr>
        <p:txBody>
          <a:bodyPr/>
          <a:lstStyle/>
          <a:p>
            <a:r>
              <a:rPr lang="en-US"/>
              <a:t>PRISMA diagram</a:t>
            </a:r>
          </a:p>
        </p:txBody>
      </p:sp>
      <p:pic>
        <p:nvPicPr>
          <p:cNvPr id="4" name="Picture 3" descr="A diagram of a data flow&#10;&#10;AI-generated content may be incorrect.">
            <a:extLst>
              <a:ext uri="{FF2B5EF4-FFF2-40B4-BE49-F238E27FC236}">
                <a16:creationId xmlns:a16="http://schemas.microsoft.com/office/drawing/2014/main" id="{52496631-1DDA-2BD3-E065-AB826A6BF838}"/>
              </a:ext>
            </a:extLst>
          </p:cNvPr>
          <p:cNvPicPr>
            <a:picLocks noChangeAspect="1"/>
          </p:cNvPicPr>
          <p:nvPr/>
        </p:nvPicPr>
        <p:blipFill>
          <a:blip r:embed="rId2"/>
          <a:stretch>
            <a:fillRect/>
          </a:stretch>
        </p:blipFill>
        <p:spPr>
          <a:xfrm>
            <a:off x="1164306" y="841710"/>
            <a:ext cx="6454441" cy="5365081"/>
          </a:xfrm>
          <a:prstGeom prst="rect">
            <a:avLst/>
          </a:prstGeom>
        </p:spPr>
      </p:pic>
    </p:spTree>
    <p:extLst>
      <p:ext uri="{BB962C8B-B14F-4D97-AF65-F5344CB8AC3E}">
        <p14:creationId xmlns:p14="http://schemas.microsoft.com/office/powerpoint/2010/main" val="65710205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BA7F89-BBAD-B9D7-E351-55FD6744141F}"/>
              </a:ext>
            </a:extLst>
          </p:cNvPr>
          <p:cNvSpPr>
            <a:spLocks noGrp="1"/>
          </p:cNvSpPr>
          <p:nvPr>
            <p:ph type="title"/>
          </p:nvPr>
        </p:nvSpPr>
        <p:spPr/>
        <p:txBody>
          <a:bodyPr/>
          <a:lstStyle/>
          <a:p>
            <a:r>
              <a:rPr lang="en-US"/>
              <a:t>Data extraction - Excel</a:t>
            </a:r>
          </a:p>
        </p:txBody>
      </p:sp>
      <p:pic>
        <p:nvPicPr>
          <p:cNvPr id="3" name="Picture 2" descr="A table with text and images&#10;&#10;AI-generated content may be incorrect.">
            <a:extLst>
              <a:ext uri="{FF2B5EF4-FFF2-40B4-BE49-F238E27FC236}">
                <a16:creationId xmlns:a16="http://schemas.microsoft.com/office/drawing/2014/main" id="{791D393E-1B6F-6DB6-10D8-7D5A865045E8}"/>
              </a:ext>
            </a:extLst>
          </p:cNvPr>
          <p:cNvPicPr>
            <a:picLocks noChangeAspect="1"/>
          </p:cNvPicPr>
          <p:nvPr/>
        </p:nvPicPr>
        <p:blipFill>
          <a:blip r:embed="rId2"/>
          <a:stretch>
            <a:fillRect/>
          </a:stretch>
        </p:blipFill>
        <p:spPr>
          <a:xfrm>
            <a:off x="459036" y="1785503"/>
            <a:ext cx="11016868" cy="3461428"/>
          </a:xfrm>
          <a:prstGeom prst="rect">
            <a:avLst/>
          </a:prstGeom>
        </p:spPr>
      </p:pic>
    </p:spTree>
    <p:extLst>
      <p:ext uri="{BB962C8B-B14F-4D97-AF65-F5344CB8AC3E}">
        <p14:creationId xmlns:p14="http://schemas.microsoft.com/office/powerpoint/2010/main" val="26465149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92CAE7-8D8B-A78D-00B8-EE9C2A39ABFD}"/>
              </a:ext>
            </a:extLst>
          </p:cNvPr>
          <p:cNvSpPr>
            <a:spLocks noGrp="1"/>
          </p:cNvSpPr>
          <p:nvPr>
            <p:ph type="title"/>
          </p:nvPr>
        </p:nvSpPr>
        <p:spPr/>
        <p:txBody>
          <a:bodyPr/>
          <a:lstStyle/>
          <a:p>
            <a:r>
              <a:rPr lang="en-US"/>
              <a:t>Data Extraction - Excel</a:t>
            </a:r>
          </a:p>
        </p:txBody>
      </p:sp>
      <p:pic>
        <p:nvPicPr>
          <p:cNvPr id="3" name="Picture 2" descr="A screenshot of a computer&#10;&#10;AI-generated content may be incorrect.">
            <a:extLst>
              <a:ext uri="{FF2B5EF4-FFF2-40B4-BE49-F238E27FC236}">
                <a16:creationId xmlns:a16="http://schemas.microsoft.com/office/drawing/2014/main" id="{1730A672-FAFF-594E-0232-93BC37DEC599}"/>
              </a:ext>
            </a:extLst>
          </p:cNvPr>
          <p:cNvPicPr>
            <a:picLocks noChangeAspect="1"/>
          </p:cNvPicPr>
          <p:nvPr/>
        </p:nvPicPr>
        <p:blipFill>
          <a:blip r:embed="rId2"/>
          <a:stretch>
            <a:fillRect/>
          </a:stretch>
        </p:blipFill>
        <p:spPr>
          <a:xfrm>
            <a:off x="504940" y="1771041"/>
            <a:ext cx="10264049" cy="3315919"/>
          </a:xfrm>
          <a:prstGeom prst="rect">
            <a:avLst/>
          </a:prstGeom>
        </p:spPr>
      </p:pic>
    </p:spTree>
    <p:extLst>
      <p:ext uri="{BB962C8B-B14F-4D97-AF65-F5344CB8AC3E}">
        <p14:creationId xmlns:p14="http://schemas.microsoft.com/office/powerpoint/2010/main" val="125275574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924D70-6DD6-3F74-832A-858065C25BCC}"/>
              </a:ext>
            </a:extLst>
          </p:cNvPr>
          <p:cNvSpPr>
            <a:spLocks noGrp="1"/>
          </p:cNvSpPr>
          <p:nvPr>
            <p:ph type="title"/>
          </p:nvPr>
        </p:nvSpPr>
        <p:spPr/>
        <p:txBody>
          <a:bodyPr/>
          <a:lstStyle/>
          <a:p>
            <a:r>
              <a:rPr lang="en-US"/>
              <a:t>Data Extraction - Excel</a:t>
            </a:r>
          </a:p>
        </p:txBody>
      </p:sp>
      <p:pic>
        <p:nvPicPr>
          <p:cNvPr id="3" name="Picture 2" descr="A screenshot of a survey&#10;&#10;AI-generated content may be incorrect.">
            <a:extLst>
              <a:ext uri="{FF2B5EF4-FFF2-40B4-BE49-F238E27FC236}">
                <a16:creationId xmlns:a16="http://schemas.microsoft.com/office/drawing/2014/main" id="{00189118-FF02-A175-7C7A-4C7AB8F751F6}"/>
              </a:ext>
            </a:extLst>
          </p:cNvPr>
          <p:cNvPicPr>
            <a:picLocks noChangeAspect="1"/>
          </p:cNvPicPr>
          <p:nvPr/>
        </p:nvPicPr>
        <p:blipFill>
          <a:blip r:embed="rId2"/>
          <a:stretch>
            <a:fillRect/>
          </a:stretch>
        </p:blipFill>
        <p:spPr>
          <a:xfrm>
            <a:off x="110169" y="2204586"/>
            <a:ext cx="11714603" cy="2439649"/>
          </a:xfrm>
          <a:prstGeom prst="rect">
            <a:avLst/>
          </a:prstGeom>
        </p:spPr>
      </p:pic>
    </p:spTree>
    <p:extLst>
      <p:ext uri="{BB962C8B-B14F-4D97-AF65-F5344CB8AC3E}">
        <p14:creationId xmlns:p14="http://schemas.microsoft.com/office/powerpoint/2010/main" val="355713864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AAF8AF-A8C8-960F-B512-E28101EE635F}"/>
              </a:ext>
            </a:extLst>
          </p:cNvPr>
          <p:cNvSpPr>
            <a:spLocks noGrp="1"/>
          </p:cNvSpPr>
          <p:nvPr>
            <p:ph type="title"/>
          </p:nvPr>
        </p:nvSpPr>
        <p:spPr/>
        <p:txBody>
          <a:bodyPr/>
          <a:lstStyle/>
          <a:p>
            <a:r>
              <a:rPr lang="en-US"/>
              <a:t>Data Extraction – Excel </a:t>
            </a:r>
          </a:p>
        </p:txBody>
      </p:sp>
      <p:pic>
        <p:nvPicPr>
          <p:cNvPr id="3" name="Picture 2">
            <a:extLst>
              <a:ext uri="{FF2B5EF4-FFF2-40B4-BE49-F238E27FC236}">
                <a16:creationId xmlns:a16="http://schemas.microsoft.com/office/drawing/2014/main" id="{A23D280B-88C0-17F6-520C-6BC50DA3B263}"/>
              </a:ext>
            </a:extLst>
          </p:cNvPr>
          <p:cNvPicPr>
            <a:picLocks noChangeAspect="1"/>
          </p:cNvPicPr>
          <p:nvPr/>
        </p:nvPicPr>
        <p:blipFill>
          <a:blip r:embed="rId2"/>
          <a:stretch>
            <a:fillRect/>
          </a:stretch>
        </p:blipFill>
        <p:spPr>
          <a:xfrm>
            <a:off x="2605339" y="1793708"/>
            <a:ext cx="6981324" cy="3651585"/>
          </a:xfrm>
          <a:prstGeom prst="rect">
            <a:avLst/>
          </a:prstGeom>
        </p:spPr>
      </p:pic>
    </p:spTree>
    <p:extLst>
      <p:ext uri="{BB962C8B-B14F-4D97-AF65-F5344CB8AC3E}">
        <p14:creationId xmlns:p14="http://schemas.microsoft.com/office/powerpoint/2010/main" val="232592046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56AA74-2716-7CA5-C793-A93E48AD9249}"/>
              </a:ext>
            </a:extLst>
          </p:cNvPr>
          <p:cNvSpPr>
            <a:spLocks noGrp="1"/>
          </p:cNvSpPr>
          <p:nvPr>
            <p:ph type="title"/>
          </p:nvPr>
        </p:nvSpPr>
        <p:spPr/>
        <p:txBody>
          <a:bodyPr/>
          <a:lstStyle/>
          <a:p>
            <a:r>
              <a:rPr lang="en-US"/>
              <a:t>Basic conclusion</a:t>
            </a:r>
          </a:p>
        </p:txBody>
      </p:sp>
      <p:sp>
        <p:nvSpPr>
          <p:cNvPr id="3" name="Content Placeholder 2">
            <a:extLst>
              <a:ext uri="{FF2B5EF4-FFF2-40B4-BE49-F238E27FC236}">
                <a16:creationId xmlns:a16="http://schemas.microsoft.com/office/drawing/2014/main" id="{0DFB8DB9-4693-DD93-1031-1A66DD5671EA}"/>
              </a:ext>
            </a:extLst>
          </p:cNvPr>
          <p:cNvSpPr>
            <a:spLocks noGrp="1"/>
          </p:cNvSpPr>
          <p:nvPr>
            <p:ph idx="1"/>
          </p:nvPr>
        </p:nvSpPr>
        <p:spPr>
          <a:xfrm>
            <a:off x="1167493" y="2023984"/>
            <a:ext cx="9897176" cy="3332832"/>
          </a:xfrm>
        </p:spPr>
        <p:txBody>
          <a:bodyPr vert="horz" lIns="91440" tIns="45720" rIns="91440" bIns="45720" rtlCol="0" anchor="t">
            <a:normAutofit/>
          </a:bodyPr>
          <a:lstStyle/>
          <a:p>
            <a:r>
              <a:rPr lang="en-US">
                <a:ea typeface="+mn-lt"/>
                <a:cs typeface="+mn-lt"/>
              </a:rPr>
              <a:t>In conclusion, based on our analysis of the reviewed articles, we can state that the precision and autonomy of the Da Vinci surgical robot can be significantly enhanced through the use of the Da Vinci Research Kit, allowing the reduction of various disturbance factors that may affect surgical performance. Furthermore, when comparing traditional surgery to Da Vinci-assisted procedures, we observe that robotic surgery generally leads to shorter recovery times, reduced hospital stays, and fewer postoperative complications. These advantages result mainly from the minimally invasive techniques enabled by robotic assistance, such as smaller incisions, reduced blood loss, and lower infection risks, which together contribute to better patient outcomes and a faster return to daily activities.</a:t>
            </a:r>
            <a:endParaRPr lang="ro-RO"/>
          </a:p>
        </p:txBody>
      </p:sp>
    </p:spTree>
    <p:extLst>
      <p:ext uri="{BB962C8B-B14F-4D97-AF65-F5344CB8AC3E}">
        <p14:creationId xmlns:p14="http://schemas.microsoft.com/office/powerpoint/2010/main" val="1996534458"/>
      </p:ext>
    </p:extLst>
  </p:cSld>
  <p:clrMapOvr>
    <a:masterClrMapping/>
  </p:clrMapOvr>
</p:sld>
</file>

<file path=ppt/theme/theme1.xml><?xml version="1.0" encoding="utf-8"?>
<a:theme xmlns:a="http://schemas.openxmlformats.org/drawingml/2006/main" name="Custom">
  <a:themeElements>
    <a:clrScheme name="Universal Color Block">
      <a:dk1>
        <a:srgbClr val="000000"/>
      </a:dk1>
      <a:lt1>
        <a:srgbClr val="FFFFFF"/>
      </a:lt1>
      <a:dk2>
        <a:srgbClr val="44546A"/>
      </a:dk2>
      <a:lt2>
        <a:srgbClr val="E7E6E6"/>
      </a:lt2>
      <a:accent1>
        <a:srgbClr val="0068FF"/>
      </a:accent1>
      <a:accent2>
        <a:srgbClr val="DAE5EF"/>
      </a:accent2>
      <a:accent3>
        <a:srgbClr val="637183"/>
      </a:accent3>
      <a:accent4>
        <a:srgbClr val="434E5E"/>
      </a:accent4>
      <a:accent5>
        <a:srgbClr val="5B9BD5"/>
      </a:accent5>
      <a:accent6>
        <a:srgbClr val="70AD47"/>
      </a:accent6>
      <a:hlink>
        <a:srgbClr val="0563C1"/>
      </a:hlink>
      <a:folHlink>
        <a:srgbClr val="954F72"/>
      </a:folHlink>
    </a:clrScheme>
    <a:fontScheme name="Custom 75">
      <a:majorFont>
        <a:latin typeface="Tenorite"/>
        <a:ea typeface=""/>
        <a:cs typeface=""/>
      </a:majorFont>
      <a:minorFont>
        <a:latin typeface="Tenorit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M45331398_Win32_SL_V13" id="{C59E605D-C281-4A06-BDA0-E97A35AC3AA8}" vid="{25D1D206-DA25-4050-926A-BD6D3A1B506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5A7188B1-CB43-4216-A332-EE7733BC2215}">
  <ds:schemaRefs>
    <ds:schemaRef ds:uri="16c05727-aa75-4e4a-9b5f-8a80a1165891"/>
    <ds:schemaRef ds:uri="230e9df3-be65-4c73-a93b-d1236ebd677e"/>
    <ds:schemaRef ds:uri="71af3243-3dd4-4a8d-8c0d-dd76da1f02a5"/>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microsoft.com/sharepoint/v3"/>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3CE52C7A-8834-4F18-859F-7167A187E138}">
  <ds:schemaRefs>
    <ds:schemaRef ds:uri="230e9df3-be65-4c73-a93b-d1236ebd677e"/>
    <ds:schemaRef ds:uri="71af3243-3dd4-4a8d-8c0d-dd76da1f02a5"/>
    <ds:schemaRef ds:uri="http://schemas.microsoft.com/office/2006/metadata/properties"/>
    <ds:schemaRef ds:uri="http://schemas.microsoft.com/office/infopath/2007/PartnerControls"/>
    <ds:schemaRef ds:uri="http://schemas.microsoft.com/sharepoint/v3"/>
  </ds:schemaRefs>
</ds:datastoreItem>
</file>

<file path=customXml/itemProps3.xml><?xml version="1.0" encoding="utf-8"?>
<ds:datastoreItem xmlns:ds="http://schemas.openxmlformats.org/officeDocument/2006/customXml" ds:itemID="{731D3D4E-040D-4F59-9215-B1F04B81B9FE}">
  <ds:schemaRefs>
    <ds:schemaRef ds:uri="http://schemas.microsoft.com/sharepoint/v3/contenttype/forms"/>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
  <Application>Microsoft Office PowerPoint</Application>
  <PresentationFormat>Widescreen</PresentationFormat>
  <Slides>18</Slides>
  <Notes>5</Notes>
  <HiddenSlides>0</HiddenSlides>
  <ScaleCrop>false</ScaleCrop>
  <HeadingPairs>
    <vt:vector size="4" baseType="variant">
      <vt:variant>
        <vt:lpstr>Theme</vt:lpstr>
      </vt:variant>
      <vt:variant>
        <vt:i4>1</vt:i4>
      </vt:variant>
      <vt:variant>
        <vt:lpstr>Slide Titles</vt:lpstr>
      </vt:variant>
      <vt:variant>
        <vt:i4>18</vt:i4>
      </vt:variant>
    </vt:vector>
  </HeadingPairs>
  <TitlesOfParts>
    <vt:vector size="19" baseType="lpstr">
      <vt:lpstr>Custom</vt:lpstr>
      <vt:lpstr>Smart automation Robotic surgery-DaVinci</vt:lpstr>
      <vt:lpstr>Smart Automation  </vt:lpstr>
      <vt:lpstr>Autonomy</vt:lpstr>
      <vt:lpstr>Intelligence</vt:lpstr>
      <vt:lpstr>Real-time response</vt:lpstr>
      <vt:lpstr>Interconnectivity</vt:lpstr>
      <vt:lpstr>Autonomy in DaVinci</vt:lpstr>
      <vt:lpstr>Artificial Intelligence in    DaVinci</vt:lpstr>
      <vt:lpstr>Interconnectivity</vt:lpstr>
      <vt:lpstr>Robotics Assistance in DaVinci</vt:lpstr>
      <vt:lpstr>Da Vinci Surgical System:  A Comparison of Patient Outcomes</vt:lpstr>
      <vt:lpstr>Da Vinci Surgical System:  A Comparison of Patient Outcomes </vt:lpstr>
      <vt:lpstr>PRISMA diagram</vt:lpstr>
      <vt:lpstr>Data extraction - Excel</vt:lpstr>
      <vt:lpstr>Data Extraction - Excel</vt:lpstr>
      <vt:lpstr>Data Extraction - Excel</vt:lpstr>
      <vt:lpstr>Data Extraction – Excel </vt:lpstr>
      <vt:lpstr>Basic 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revision>19</cp:revision>
  <dcterms:created xsi:type="dcterms:W3CDTF">2025-03-20T10:59:42Z</dcterms:created>
  <dcterms:modified xsi:type="dcterms:W3CDTF">2025-04-28T10:40:20Z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